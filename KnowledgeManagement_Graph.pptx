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97"/>
    <p:restoredTop sz="94696"/>
  </p:normalViewPr>
  <p:slideViewPr>
    <p:cSldViewPr snapToGrid="0">
      <p:cViewPr>
        <p:scale>
          <a:sx n="82" d="100"/>
          <a:sy n="82" d="100"/>
        </p:scale>
        <p:origin x="144" y="6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577005" y="1016955"/>
            <a:ext cx="9140954" cy="3346590"/>
          </a:xfrm>
          <a:prstGeom prst="rect">
            <a:avLst/>
          </a:prstGeom>
        </p:spPr>
        <p:txBody>
          <a:bodyPr vert="horz" lIns="91440" tIns="45720" rIns="91440" bIns="45720" rtlCol="0" anchor="t">
            <a:normAutofit/>
          </a:bodyPr>
          <a:lstStyle>
            <a:lvl1pPr>
              <a:defRPr lang="en-US" sz="7200" cap="all" baseline="0" dirty="0">
                <a:solidFill>
                  <a:schemeClr val="bg1"/>
                </a:solidFill>
                <a:latin typeface="+mj-lt"/>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462963" y="4869030"/>
            <a:ext cx="7152030" cy="987254"/>
          </a:xfrm>
          <a:prstGeom prst="rect">
            <a:avLst/>
          </a:prstGeom>
        </p:spPr>
        <p:txBody>
          <a:bodyPr vert="horz" lIns="91440" tIns="45720" rIns="91440" bIns="45720" rtlCol="0" anchor="b">
            <a:normAutofit/>
          </a:bodyPr>
          <a:lstStyle>
            <a:lvl1pPr marL="0" indent="0">
              <a:buNone/>
              <a:defRPr lang="en-US" sz="2000" b="1" i="0" dirty="0">
                <a:solidFill>
                  <a:schemeClr val="bg1"/>
                </a:solidFill>
                <a:latin typeface="Arial" panose="020B0604020202020204" pitchFamily="34" charset="0"/>
                <a:cs typeface="Arial" panose="020B0604020202020204" pitchFamily="34" charset="0"/>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0"/>
            <a:ext cx="8582023" cy="365760"/>
          </a:xfrm>
          <a:prstGeom prst="rect">
            <a:avLst/>
          </a:prstGeom>
        </p:spPr>
        <p:txBody>
          <a:bodyPr/>
          <a:lstStyle>
            <a:lvl1pPr>
              <a:defRPr>
                <a:solidFill>
                  <a:schemeClr val="bg1"/>
                </a:solidFill>
              </a:defRPr>
            </a:lvl1pPr>
          </a:lstStyle>
          <a:p>
            <a:endParaRPr lang="en-B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110041" y="6477000"/>
            <a:ext cx="1885955" cy="381000"/>
          </a:xfrm>
          <a:prstGeom prst="rect">
            <a:avLst/>
          </a:prstGeom>
        </p:spPr>
        <p:txBody>
          <a:bodyPr/>
          <a:lstStyle>
            <a:lvl1pPr>
              <a:defRPr>
                <a:solidFill>
                  <a:schemeClr val="bg1"/>
                </a:solidFill>
              </a:defRPr>
            </a:lvl1p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92240"/>
            <a:ext cx="657221" cy="365761"/>
          </a:xfrm>
          <a:prstGeom prst="rect">
            <a:avLst/>
          </a:prstGeom>
        </p:spPr>
        <p:txBody>
          <a:bodyPr/>
          <a:lstStyle>
            <a:lvl1pPr>
              <a:defRPr>
                <a:solidFill>
                  <a:schemeClr val="bg1"/>
                </a:solidFill>
              </a:defRPr>
            </a:lvl1pPr>
          </a:lstStyle>
          <a:p>
            <a:fld id="{BCE029FE-F639-334E-9D24-17DC5C3F3244}" type="slidenum">
              <a:rPr lang="en-BR" smtClean="0"/>
              <a:t>‹#›</a:t>
            </a:fld>
            <a:endParaRPr lang="en-BR"/>
          </a:p>
        </p:txBody>
      </p:sp>
      <p:sp>
        <p:nvSpPr>
          <p:cNvPr id="7" name="Rectangle 6">
            <a:extLst>
              <a:ext uri="{FF2B5EF4-FFF2-40B4-BE49-F238E27FC236}">
                <a16:creationId xmlns:a16="http://schemas.microsoft.com/office/drawing/2014/main" id="{6631FF2A-9DA0-DC5C-0C53-91FDE15093DD}"/>
              </a:ext>
            </a:extLst>
          </p:cNvPr>
          <p:cNvSpPr/>
          <p:nvPr/>
        </p:nvSpPr>
        <p:spPr>
          <a:xfrm>
            <a:off x="9110040" y="6155911"/>
            <a:ext cx="3081959"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CA4208E-B529-0934-86E0-24278D43C68A}"/>
              </a:ext>
            </a:extLst>
          </p:cNvPr>
          <p:cNvSpPr/>
          <p:nvPr/>
        </p:nvSpPr>
        <p:spPr>
          <a:xfrm>
            <a:off x="3467745" y="6155911"/>
            <a:ext cx="564228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6437763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11125201" cy="746759"/>
          </a:xfrm>
          <a:prstGeom prst="rect">
            <a:avLst/>
          </a:prstGeom>
        </p:spPr>
        <p:txBody>
          <a:bodyPr anchor="t">
            <a:normAutofit/>
          </a:bodyPr>
          <a:lstStyle>
            <a:lvl1pPr>
              <a:defRPr sz="3600" cap="all"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533398" y="1748474"/>
            <a:ext cx="11125202" cy="472852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a:extLst>
              <a:ext uri="{FF2B5EF4-FFF2-40B4-BE49-F238E27FC236}">
                <a16:creationId xmlns:a16="http://schemas.microsoft.com/office/drawing/2014/main" id="{E5526932-58BC-3B05-A619-8FE2BA7973DD}"/>
              </a:ext>
            </a:extLst>
          </p:cNvPr>
          <p:cNvSpPr/>
          <p:nvPr/>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ooter Placeholder 8">
            <a:extLst>
              <a:ext uri="{FF2B5EF4-FFF2-40B4-BE49-F238E27FC236}">
                <a16:creationId xmlns:a16="http://schemas.microsoft.com/office/drawing/2014/main" id="{E4751EC6-9764-CDDF-E8BC-793AD483E0A9}"/>
              </a:ext>
            </a:extLst>
          </p:cNvPr>
          <p:cNvSpPr>
            <a:spLocks noGrp="1"/>
          </p:cNvSpPr>
          <p:nvPr>
            <p:ph type="ftr" sz="quarter" idx="11"/>
          </p:nvPr>
        </p:nvSpPr>
        <p:spPr/>
        <p:txBody>
          <a:bodyPr/>
          <a:lstStyle/>
          <a:p>
            <a:endParaRPr lang="en-BR"/>
          </a:p>
        </p:txBody>
      </p:sp>
      <p:sp>
        <p:nvSpPr>
          <p:cNvPr id="8" name="Date Placeholder 7">
            <a:extLst>
              <a:ext uri="{FF2B5EF4-FFF2-40B4-BE49-F238E27FC236}">
                <a16:creationId xmlns:a16="http://schemas.microsoft.com/office/drawing/2014/main" id="{DA395EC9-5212-9F09-E9FA-0AB62AFB6D99}"/>
              </a:ext>
            </a:extLst>
          </p:cNvPr>
          <p:cNvSpPr>
            <a:spLocks noGrp="1"/>
          </p:cNvSpPr>
          <p:nvPr>
            <p:ph type="dt" sz="half" idx="10"/>
          </p:nvPr>
        </p:nvSpPr>
        <p:spPr/>
        <p:txBody>
          <a:bodyPr/>
          <a:lstStyle/>
          <a:p>
            <a:fld id="{66FC94CE-0CDF-F649-8883-650C82992423}" type="datetimeFigureOut">
              <a:rPr lang="en-BR" smtClean="0"/>
              <a:t>07/10/26</a:t>
            </a:fld>
            <a:endParaRPr lang="en-BR"/>
          </a:p>
        </p:txBody>
      </p:sp>
      <p:sp>
        <p:nvSpPr>
          <p:cNvPr id="10" name="Slide Number Placeholder 9">
            <a:extLst>
              <a:ext uri="{FF2B5EF4-FFF2-40B4-BE49-F238E27FC236}">
                <a16:creationId xmlns:a16="http://schemas.microsoft.com/office/drawing/2014/main" id="{286E48EB-E81D-8C6A-DBE6-738017E5A734}"/>
              </a:ext>
            </a:extLst>
          </p:cNvPr>
          <p:cNvSpPr>
            <a:spLocks noGrp="1"/>
          </p:cNvSpPr>
          <p:nvPr>
            <p:ph type="sldNum" sz="quarter" idx="12"/>
          </p:nvPr>
        </p:nvSpPr>
        <p:spPr/>
        <p:txBody>
          <a:bodyPr/>
          <a:lstStyle/>
          <a:p>
            <a:fld id="{BCE029FE-F639-334E-9D24-17DC5C3F3244}" type="slidenum">
              <a:rPr lang="en-BR" smtClean="0"/>
              <a:t>‹#›</a:t>
            </a:fld>
            <a:endParaRPr lang="en-BR"/>
          </a:p>
        </p:txBody>
      </p:sp>
    </p:spTree>
    <p:extLst>
      <p:ext uri="{BB962C8B-B14F-4D97-AF65-F5344CB8AC3E}">
        <p14:creationId xmlns:p14="http://schemas.microsoft.com/office/powerpoint/2010/main" val="6710951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33400" y="4572000"/>
            <a:ext cx="11125201" cy="1112520"/>
          </a:xfrm>
          <a:prstGeom prst="rect">
            <a:avLst/>
          </a:prstGeom>
        </p:spPr>
        <p:txBody>
          <a:bodyPr vert="horz" lIns="91440" tIns="45720" rIns="91440" bIns="45720" rtlCol="0" anchor="b">
            <a:noAutofit/>
          </a:bodyPr>
          <a:lstStyle>
            <a:lvl1pPr>
              <a:defRPr lang="en-US" sz="7200" cap="all" baseline="0" dirty="0">
                <a:solidFill>
                  <a:schemeClr val="tx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33400" y="5715000"/>
            <a:ext cx="11125201" cy="533400"/>
          </a:xfrm>
          <a:prstGeom prst="rect">
            <a:avLst/>
          </a:prstGeom>
        </p:spPr>
        <p:txBody>
          <a:bodyPr vert="horz" lIns="91440" tIns="45720" rIns="91440" bIns="45720" rtlCol="0" anchor="t">
            <a:normAutofit/>
          </a:bodyPr>
          <a:lstStyle>
            <a:lvl1pPr marL="0" indent="0">
              <a:buNone/>
              <a:defRPr lang="en-US" sz="2000" b="1" i="0" dirty="0">
                <a:latin typeface="Arial" panose="020B0604020202020204" pitchFamily="34" charset="0"/>
                <a:cs typeface="Arial" panose="020B0604020202020204" pitchFamily="34" charset="0"/>
              </a:defRPr>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0"/>
            <a:ext cx="12191999" cy="3981764"/>
          </a:xfrm>
          <a:prstGeom prst="rect">
            <a:avLst/>
          </a:prstGeom>
          <a:blipFill dpi="0" rotWithShape="1">
            <a:blip r:embed="rId2">
              <a:alphaModFix amt="60000"/>
            </a:blip>
            <a:srcRect/>
            <a:stretch>
              <a:fillRect t="-419" b="-419"/>
            </a:stretch>
          </a:blipFill>
        </p:spPr>
        <p:txBody>
          <a:bodyPr/>
          <a:lstStyle>
            <a:lvl1pPr marL="0" indent="0">
              <a:buNone/>
              <a:defRPr/>
            </a:lvl1pPr>
          </a:lstStyle>
          <a:p>
            <a:r>
              <a:rPr lang="en-US" dirty="0"/>
              <a:t> </a:t>
            </a:r>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533399" y="6477000"/>
            <a:ext cx="8576637" cy="381001"/>
          </a:xfrm>
          <a:prstGeom prst="rect">
            <a:avLst/>
          </a:prstGeom>
        </p:spPr>
        <p:txBody>
          <a:bodyPr/>
          <a:lstStyle>
            <a:lvl1pPr>
              <a:defRPr>
                <a:solidFill>
                  <a:schemeClr val="tx2"/>
                </a:solidFill>
              </a:defRPr>
            </a:lvl1pPr>
          </a:lstStyle>
          <a:p>
            <a:endParaRPr lang="en-B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110036" y="6476999"/>
            <a:ext cx="1880548" cy="381001"/>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0995976" y="6477000"/>
            <a:ext cx="662624" cy="381001"/>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Tree>
    <p:extLst>
      <p:ext uri="{BB962C8B-B14F-4D97-AF65-F5344CB8AC3E}">
        <p14:creationId xmlns:p14="http://schemas.microsoft.com/office/powerpoint/2010/main" val="31052819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786071" y="1016955"/>
            <a:ext cx="3872530" cy="3726811"/>
          </a:xfrm>
          <a:prstGeom prst="rect">
            <a:avLst/>
          </a:prstGeom>
        </p:spPr>
        <p:txBody>
          <a:bodyPr vert="horz" lIns="91440" tIns="45720" rIns="91440" bIns="45720" rtlCol="0" anchor="t">
            <a:normAutofit/>
          </a:bodyPr>
          <a:lstStyle>
            <a:lvl1pPr>
              <a:defRPr lang="en-US" sz="5000" cap="all" baseline="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786071" y="5134926"/>
            <a:ext cx="3868420" cy="1113474"/>
          </a:xfrm>
          <a:prstGeom prst="rect">
            <a:avLst/>
          </a:prstGeom>
        </p:spPr>
        <p:txBody>
          <a:bodyPr vert="horz" lIns="91440" tIns="45720" rIns="91440" bIns="45720" rtlCol="0" anchor="b">
            <a:normAutofit/>
          </a:bodyPr>
          <a:lstStyle>
            <a:lvl1pPr marL="0" indent="0">
              <a:buNone/>
              <a:defRPr lang="en-US" sz="2000" b="1" i="0" dirty="0">
                <a:solidFill>
                  <a:schemeClr val="tx2"/>
                </a:solidFill>
                <a:latin typeface="Arial" panose="020B0604020202020204" pitchFamily="34" charset="0"/>
                <a:cs typeface="Arial" panose="020B0604020202020204" pitchFamily="34" charset="0"/>
              </a:defRPr>
            </a:lvl1pPr>
          </a:lstStyle>
          <a:p>
            <a:pPr lvl="0"/>
            <a:r>
              <a:rPr lang="en-US"/>
              <a:t>Click to edit Master subtitle style</a:t>
            </a:r>
            <a:endParaRPr lang="en-US" dirty="0"/>
          </a:p>
        </p:txBody>
      </p:sp>
      <p:sp>
        <p:nvSpPr>
          <p:cNvPr id="10" name="Picture Placeholder 9">
            <a:extLst>
              <a:ext uri="{FF2B5EF4-FFF2-40B4-BE49-F238E27FC236}">
                <a16:creationId xmlns:a16="http://schemas.microsoft.com/office/drawing/2014/main" id="{77BE7EAD-CCCA-EA7C-0263-265AA3E43C5E}"/>
              </a:ext>
            </a:extLst>
          </p:cNvPr>
          <p:cNvSpPr>
            <a:spLocks noGrp="1"/>
          </p:cNvSpPr>
          <p:nvPr>
            <p:ph type="pic" sz="quarter" idx="14" hasCustomPrompt="1"/>
          </p:nvPr>
        </p:nvSpPr>
        <p:spPr>
          <a:xfrm>
            <a:off x="0" y="0"/>
            <a:ext cx="7224095" cy="6858000"/>
          </a:xfrm>
          <a:custGeom>
            <a:avLst/>
            <a:gdLst>
              <a:gd name="connsiteX0" fmla="*/ 0 w 7224095"/>
              <a:gd name="connsiteY0" fmla="*/ 629614 h 6858000"/>
              <a:gd name="connsiteX1" fmla="*/ 7224095 w 7224095"/>
              <a:gd name="connsiteY1" fmla="*/ 629614 h 6858000"/>
              <a:gd name="connsiteX2" fmla="*/ 7224095 w 7224095"/>
              <a:gd name="connsiteY2" fmla="*/ 6858000 h 6858000"/>
              <a:gd name="connsiteX3" fmla="*/ 0 w 7224095"/>
              <a:gd name="connsiteY3" fmla="*/ 6858000 h 6858000"/>
              <a:gd name="connsiteX4" fmla="*/ 0 w 7224095"/>
              <a:gd name="connsiteY4" fmla="*/ 0 h 6858000"/>
              <a:gd name="connsiteX5" fmla="*/ 7224095 w 7224095"/>
              <a:gd name="connsiteY5" fmla="*/ 0 h 6858000"/>
              <a:gd name="connsiteX6" fmla="*/ 7224095 w 7224095"/>
              <a:gd name="connsiteY6" fmla="*/ 565606 h 6858000"/>
              <a:gd name="connsiteX7" fmla="*/ 0 w 7224095"/>
              <a:gd name="connsiteY7" fmla="*/ 56560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24095" h="6858000">
                <a:moveTo>
                  <a:pt x="0" y="629614"/>
                </a:moveTo>
                <a:lnTo>
                  <a:pt x="7224095" y="629614"/>
                </a:lnTo>
                <a:lnTo>
                  <a:pt x="7224095" y="6858000"/>
                </a:lnTo>
                <a:lnTo>
                  <a:pt x="0" y="6858000"/>
                </a:lnTo>
                <a:close/>
                <a:moveTo>
                  <a:pt x="0" y="0"/>
                </a:moveTo>
                <a:lnTo>
                  <a:pt x="7224095" y="0"/>
                </a:lnTo>
                <a:lnTo>
                  <a:pt x="7224095" y="565606"/>
                </a:lnTo>
                <a:lnTo>
                  <a:pt x="0" y="565606"/>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167937" y="6476999"/>
            <a:ext cx="1895847" cy="381001"/>
          </a:xfrm>
          <a:prstGeom prst="rect">
            <a:avLst/>
          </a:prstGeom>
        </p:spPr>
        <p:txBody>
          <a:bodyPr/>
          <a:lstStyle>
            <a:lvl1pPr>
              <a:defRPr>
                <a:solidFill>
                  <a:schemeClr val="tx2"/>
                </a:solidFill>
              </a:defRPr>
            </a:lvl1pPr>
          </a:lstStyle>
          <a:p>
            <a:endParaRPr lang="en-B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058402" y="6476999"/>
            <a:ext cx="937594" cy="381001"/>
          </a:xfrm>
          <a:prstGeom prst="rect">
            <a:avLst/>
          </a:prstGeom>
        </p:spPr>
        <p:txBody>
          <a:bodyPr/>
          <a:lstStyle>
            <a:lvl1pPr>
              <a:defRPr>
                <a:solidFill>
                  <a:schemeClr val="tx2"/>
                </a:solidFill>
                <a:effectLst/>
              </a:defRPr>
            </a:lvl1p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77000"/>
            <a:ext cx="657221" cy="381001"/>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9" name="Rectangle 8">
            <a:extLst>
              <a:ext uri="{FF2B5EF4-FFF2-40B4-BE49-F238E27FC236}">
                <a16:creationId xmlns:a16="http://schemas.microsoft.com/office/drawing/2014/main" id="{F879DE85-4541-95AA-B871-7CBAD2BA1550}"/>
              </a:ext>
            </a:extLst>
          </p:cNvPr>
          <p:cNvSpPr/>
          <p:nvPr/>
        </p:nvSpPr>
        <p:spPr>
          <a:xfrm>
            <a:off x="0" y="565606"/>
            <a:ext cx="11557970"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078847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533400" y="1143000"/>
            <a:ext cx="8576636" cy="5271008"/>
          </a:xfrm>
          <a:prstGeom prst="rect">
            <a:avLst/>
          </a:prstGeom>
        </p:spPr>
        <p:txBody>
          <a:bodyPr vert="horz" lIns="91440" tIns="45720" rIns="91440" bIns="45720" rtlCol="0" anchor="b">
            <a:normAutofit/>
          </a:bodyPr>
          <a:lstStyle>
            <a:lvl1pPr>
              <a:defRPr lang="en-US" sz="7200" cap="all" baseline="0" dirty="0">
                <a:solidFill>
                  <a:schemeClr val="bg2"/>
                </a:solidFill>
              </a:defRPr>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0"/>
            <a:ext cx="8576636" cy="365760"/>
          </a:xfrm>
          <a:prstGeom prst="rect">
            <a:avLst/>
          </a:prstGeom>
        </p:spPr>
        <p:txBody>
          <a:bodyPr/>
          <a:lstStyle>
            <a:lvl1pPr>
              <a:defRPr>
                <a:solidFill>
                  <a:schemeClr val="bg2"/>
                </a:solidFill>
              </a:defRPr>
            </a:lvl1pPr>
          </a:lstStyle>
          <a:p>
            <a:endParaRPr lang="en-B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110041" y="6492240"/>
            <a:ext cx="1891337" cy="365760"/>
          </a:xfrm>
          <a:prstGeom prst="rect">
            <a:avLst/>
          </a:prstGeom>
        </p:spPr>
        <p:txBody>
          <a:bodyPr/>
          <a:lstStyle>
            <a:lvl1pPr>
              <a:defRPr>
                <a:solidFill>
                  <a:schemeClr val="bg2"/>
                </a:solidFill>
              </a:defRPr>
            </a:lvl1p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92240"/>
            <a:ext cx="657222" cy="365760"/>
          </a:xfrm>
          <a:prstGeom prst="rect">
            <a:avLst/>
          </a:prstGeom>
        </p:spPr>
        <p:txBody>
          <a:bodyPr/>
          <a:lstStyle>
            <a:lvl1pPr>
              <a:defRPr>
                <a:solidFill>
                  <a:schemeClr val="bg2"/>
                </a:solidFill>
              </a:defRPr>
            </a:lvl1pPr>
          </a:lstStyle>
          <a:p>
            <a:fld id="{BCE029FE-F639-334E-9D24-17DC5C3F3244}" type="slidenum">
              <a:rPr lang="en-BR" smtClean="0"/>
              <a:t>‹#›</a:t>
            </a:fld>
            <a:endParaRPr lang="en-BR"/>
          </a:p>
        </p:txBody>
      </p:sp>
      <p:sp>
        <p:nvSpPr>
          <p:cNvPr id="32" name="Rectangle 31">
            <a:extLst>
              <a:ext uri="{FF2B5EF4-FFF2-40B4-BE49-F238E27FC236}">
                <a16:creationId xmlns:a16="http://schemas.microsoft.com/office/drawing/2014/main" id="{15F1B314-6B95-45EC-8168-CEA297F1BD40}"/>
              </a:ext>
            </a:extLst>
          </p:cNvPr>
          <p:cNvSpPr/>
          <p:nvPr/>
        </p:nvSpPr>
        <p:spPr>
          <a:xfrm>
            <a:off x="634029" y="570037"/>
            <a:ext cx="8476007" cy="6154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4E8A7FA-CBEB-E74B-AC79-5D830DAFC993}"/>
              </a:ext>
            </a:extLst>
          </p:cNvPr>
          <p:cNvSpPr/>
          <p:nvPr/>
        </p:nvSpPr>
        <p:spPr>
          <a:xfrm>
            <a:off x="9110036" y="570037"/>
            <a:ext cx="3081964" cy="6154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161098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BAE97C67-C2EB-5515-0FDC-A535220C9DF0}"/>
              </a:ext>
            </a:extLst>
          </p:cNvPr>
          <p:cNvSpPr/>
          <p:nvPr/>
        </p:nvSpPr>
        <p:spPr>
          <a:xfrm>
            <a:off x="9110035" y="0"/>
            <a:ext cx="308196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533399" y="1016955"/>
            <a:ext cx="8195646" cy="1127758"/>
          </a:xfrm>
          <a:prstGeom prst="rect">
            <a:avLst/>
          </a:prstGeom>
        </p:spPr>
        <p:txBody>
          <a:bodyPr anchor="t">
            <a:normAutofit/>
          </a:bodyPr>
          <a:lstStyle>
            <a:lvl1pPr>
              <a:defRPr sz="7200" cap="all" baseline="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33399" y="2510472"/>
            <a:ext cx="8190496" cy="3966527"/>
          </a:xfrm>
          <a:prstGeom prst="rect">
            <a:avLst/>
          </a:prstGeom>
        </p:spPr>
        <p:txBody>
          <a:bodyPr>
            <a:normAutofit/>
          </a:bodyPr>
          <a:lstStyle>
            <a:lvl1pPr marL="457200" indent="-457200">
              <a:lnSpc>
                <a:spcPct val="150000"/>
              </a:lnSpc>
              <a:spcBef>
                <a:spcPts val="0"/>
              </a:spcBef>
              <a:buFont typeface="+mj-lt"/>
              <a:buAutoNum type="arabicPeriod"/>
              <a:defRPr sz="2000"/>
            </a:lvl1pPr>
            <a:lvl2pPr marL="685800" indent="-457200">
              <a:lnSpc>
                <a:spcPct val="150000"/>
              </a:lnSpc>
              <a:spcBef>
                <a:spcPts val="0"/>
              </a:spcBef>
              <a:buFont typeface="+mj-lt"/>
              <a:buAutoNum type="arabicPeriod"/>
              <a:defRPr sz="2000"/>
            </a:lvl2pPr>
            <a:lvl3pPr marL="800100" indent="-342900">
              <a:lnSpc>
                <a:spcPct val="150000"/>
              </a:lnSpc>
              <a:spcBef>
                <a:spcPts val="0"/>
              </a:spcBef>
              <a:buFont typeface="+mj-lt"/>
              <a:buAutoNum type="arabicPeriod"/>
              <a:defRPr sz="2000"/>
            </a:lvl3pPr>
            <a:lvl4pPr marL="1028700" indent="-342900">
              <a:lnSpc>
                <a:spcPct val="150000"/>
              </a:lnSpc>
              <a:spcBef>
                <a:spcPts val="0"/>
              </a:spcBef>
              <a:buFont typeface="+mj-lt"/>
              <a:buAutoNum type="arabicPeriod"/>
              <a:defRPr sz="2000"/>
            </a:lvl4pPr>
            <a:lvl5pPr marL="1257300" indent="-342900">
              <a:lnSpc>
                <a:spcPct val="150000"/>
              </a:lnSpc>
              <a:spcBef>
                <a:spcPts val="0"/>
              </a:spcBef>
              <a:buFont typeface="+mj-lt"/>
              <a:buAutoNum type="arabicPeriod"/>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533399" y="6492241"/>
            <a:ext cx="5758481" cy="365760"/>
          </a:xfrm>
          <a:prstGeom prst="rect">
            <a:avLst/>
          </a:prstGeom>
        </p:spPr>
        <p:txBody>
          <a:bodyPr/>
          <a:lstStyle>
            <a:lvl1pPr>
              <a:defRPr>
                <a:solidFill>
                  <a:schemeClr val="tx2"/>
                </a:solidFill>
              </a:defRPr>
            </a:lvl1pPr>
          </a:lstStyle>
          <a:p>
            <a:endParaRPr lang="en-B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6291885" y="6492240"/>
            <a:ext cx="1763999" cy="36576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8061271" y="6492241"/>
            <a:ext cx="662624" cy="36576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34" name="Rectangle 33">
            <a:extLst>
              <a:ext uri="{FF2B5EF4-FFF2-40B4-BE49-F238E27FC236}">
                <a16:creationId xmlns:a16="http://schemas.microsoft.com/office/drawing/2014/main" id="{E58CA726-6257-4F3F-9296-A3CF5DCA19DB}"/>
              </a:ext>
            </a:extLst>
          </p:cNvPr>
          <p:cNvSpPr/>
          <p:nvPr/>
        </p:nvSpPr>
        <p:spPr>
          <a:xfrm>
            <a:off x="634029" y="2144714"/>
            <a:ext cx="8476007"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2382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C713386-53DE-AEBA-6318-6C7146DE2270}"/>
              </a:ext>
            </a:extLst>
          </p:cNvPr>
          <p:cNvSpPr>
            <a:spLocks noGrp="1"/>
          </p:cNvSpPr>
          <p:nvPr>
            <p:ph type="title" hasCustomPrompt="1"/>
          </p:nvPr>
        </p:nvSpPr>
        <p:spPr>
          <a:xfrm>
            <a:off x="5343517" y="1386842"/>
            <a:ext cx="6315083" cy="1127758"/>
          </a:xfrm>
        </p:spPr>
        <p:txBody>
          <a:bodyPr>
            <a:normAutofit/>
          </a:bodyPr>
          <a:lstStyle>
            <a:lvl1pPr>
              <a:defRPr sz="7200" cap="all" baseline="0"/>
            </a:lvl1pPr>
          </a:lstStyle>
          <a:p>
            <a:r>
              <a:rPr lang="en-US" dirty="0"/>
              <a:t>AGENDA</a:t>
            </a:r>
          </a:p>
        </p:txBody>
      </p:sp>
      <p:sp>
        <p:nvSpPr>
          <p:cNvPr id="39" name="Picture Placeholder 38">
            <a:extLst>
              <a:ext uri="{FF2B5EF4-FFF2-40B4-BE49-F238E27FC236}">
                <a16:creationId xmlns:a16="http://schemas.microsoft.com/office/drawing/2014/main" id="{0440984A-B82C-18F1-2933-6DF295884CE0}"/>
              </a:ext>
            </a:extLst>
          </p:cNvPr>
          <p:cNvSpPr>
            <a:spLocks noGrp="1"/>
          </p:cNvSpPr>
          <p:nvPr>
            <p:ph type="pic" sz="quarter" idx="14" hasCustomPrompt="1"/>
          </p:nvPr>
        </p:nvSpPr>
        <p:spPr>
          <a:xfrm>
            <a:off x="0" y="0"/>
            <a:ext cx="4400554" cy="6858000"/>
          </a:xfrm>
          <a:blipFill>
            <a:blip r:embed="rId2">
              <a:alphaModFix amt="60000"/>
            </a:blip>
            <a:stretch>
              <a:fillRect/>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343518" y="2886089"/>
            <a:ext cx="6315082" cy="3336911"/>
          </a:xfrm>
          <a:prstGeom prst="rect">
            <a:avLst/>
          </a:prstGeom>
        </p:spPr>
        <p:txBody>
          <a:bodyPr>
            <a:normAutofit/>
          </a:bodyPr>
          <a:lstStyle>
            <a:lvl1pPr marL="457200" indent="-457200">
              <a:lnSpc>
                <a:spcPct val="150000"/>
              </a:lnSpc>
              <a:spcBef>
                <a:spcPts val="0"/>
              </a:spcBef>
              <a:buFont typeface="+mj-lt"/>
              <a:buAutoNum type="arabicPeriod"/>
              <a:defRPr sz="2000"/>
            </a:lvl1pPr>
            <a:lvl2pPr marL="571500" indent="-342900">
              <a:lnSpc>
                <a:spcPct val="150000"/>
              </a:lnSpc>
              <a:spcBef>
                <a:spcPts val="0"/>
              </a:spcBef>
              <a:buFont typeface="+mj-lt"/>
              <a:buAutoNum type="arabicPeriod"/>
              <a:defRPr sz="2000"/>
            </a:lvl2pPr>
            <a:lvl3pPr marL="800100" indent="-342900">
              <a:lnSpc>
                <a:spcPct val="150000"/>
              </a:lnSpc>
              <a:spcBef>
                <a:spcPts val="0"/>
              </a:spcBef>
              <a:buFont typeface="+mj-lt"/>
              <a:buAutoNum type="arabicPeriod"/>
              <a:defRPr sz="2000"/>
            </a:lvl3pPr>
            <a:lvl4pPr marL="1028700" indent="-342900">
              <a:lnSpc>
                <a:spcPct val="150000"/>
              </a:lnSpc>
              <a:spcBef>
                <a:spcPts val="0"/>
              </a:spcBef>
              <a:buFont typeface="+mj-lt"/>
              <a:buAutoNum type="arabicPeriod"/>
              <a:defRPr sz="2000"/>
            </a:lvl4pPr>
            <a:lvl5pPr>
              <a:lnSpc>
                <a:spcPct val="150000"/>
              </a:lnSpc>
              <a:spcBef>
                <a:spcPts val="0"/>
              </a:spcBef>
              <a:buFont typeface="+mj-lt"/>
              <a:buAutoNum type="arabicPeriod"/>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5343518" y="6477000"/>
            <a:ext cx="3771905" cy="381001"/>
          </a:xfrm>
          <a:prstGeom prst="rect">
            <a:avLst/>
          </a:prstGeom>
        </p:spPr>
        <p:txBody>
          <a:bodyPr/>
          <a:lstStyle/>
          <a:p>
            <a:endParaRPr lang="en-B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120821" y="6477000"/>
            <a:ext cx="1875160" cy="381001"/>
          </a:xfrm>
          <a:prstGeom prst="rect">
            <a:avLst/>
          </a:prstGeom>
        </p:spPr>
        <p:txBody>
          <a:bodyPr/>
          <a:lstStyle/>
          <a:p>
            <a:fld id="{66FC94CE-0CDF-F649-8883-650C82992423}" type="datetimeFigureOut">
              <a:rPr lang="en-BR" smtClean="0"/>
              <a:t>07/10/26</a:t>
            </a:fld>
            <a:endParaRPr lang="en-B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0995986" y="6477000"/>
            <a:ext cx="662614" cy="381001"/>
          </a:xfrm>
          <a:prstGeom prst="rect">
            <a:avLst/>
          </a:prstGeom>
        </p:spPr>
        <p:txBody>
          <a:bodyPr/>
          <a:lstStyle/>
          <a:p>
            <a:fld id="{BCE029FE-F639-334E-9D24-17DC5C3F3244}" type="slidenum">
              <a:rPr lang="en-BR" smtClean="0"/>
              <a:t>‹#›</a:t>
            </a:fld>
            <a:endParaRPr lang="en-BR"/>
          </a:p>
        </p:txBody>
      </p:sp>
      <p:sp>
        <p:nvSpPr>
          <p:cNvPr id="34" name="Rectangle 33">
            <a:extLst>
              <a:ext uri="{FF2B5EF4-FFF2-40B4-BE49-F238E27FC236}">
                <a16:creationId xmlns:a16="http://schemas.microsoft.com/office/drawing/2014/main" id="{98E5CA23-2176-4B29-AB27-EDD9AC417271}"/>
              </a:ext>
            </a:extLst>
          </p:cNvPr>
          <p:cNvSpPr/>
          <p:nvPr/>
        </p:nvSpPr>
        <p:spPr>
          <a:xfrm>
            <a:off x="4400554" y="2496190"/>
            <a:ext cx="7791446"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572055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3399" y="1016955"/>
            <a:ext cx="3491539" cy="4083580"/>
          </a:xfrm>
          <a:prstGeom prst="rect">
            <a:avLst/>
          </a:prstGeom>
        </p:spPr>
        <p:txBody>
          <a:bodyPr anchor="t">
            <a:normAutofit/>
          </a:bodyPr>
          <a:lstStyle>
            <a:lvl1pPr>
              <a:defRPr sz="3600" cap="all" baseline="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62526" y="1016955"/>
            <a:ext cx="6696073" cy="408357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a:lstStyle/>
          <a:p>
            <a:endParaRPr lang="en-B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a:lstStyle/>
          <a:p>
            <a:fld id="{BCE029FE-F639-334E-9D24-17DC5C3F3244}" type="slidenum">
              <a:rPr lang="en-BR" smtClean="0"/>
              <a:t>‹#›</a:t>
            </a:fld>
            <a:endParaRPr lang="en-BR"/>
          </a:p>
        </p:txBody>
      </p:sp>
      <p:sp>
        <p:nvSpPr>
          <p:cNvPr id="34" name="Rectangle 33">
            <a:extLst>
              <a:ext uri="{FF2B5EF4-FFF2-40B4-BE49-F238E27FC236}">
                <a16:creationId xmlns:a16="http://schemas.microsoft.com/office/drawing/2014/main" id="{9AE531BB-71E1-57EF-0879-5979B0C95458}"/>
              </a:ext>
            </a:extLst>
          </p:cNvPr>
          <p:cNvSpPr/>
          <p:nvPr/>
        </p:nvSpPr>
        <p:spPr>
          <a:xfrm>
            <a:off x="4024938" y="570037"/>
            <a:ext cx="8167062" cy="595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31FD272-0797-A5C1-BAB9-E68F518B8158}"/>
              </a:ext>
            </a:extLst>
          </p:cNvPr>
          <p:cNvSpPr/>
          <p:nvPr/>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2815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3486153" cy="2721451"/>
          </a:xfrm>
          <a:prstGeom prst="rect">
            <a:avLst/>
          </a:prstGeom>
        </p:spPr>
        <p:txBody>
          <a:bodyPr anchor="t">
            <a:normAutofit/>
          </a:bodyPr>
          <a:lstStyle>
            <a:lvl1pPr>
              <a:defRPr sz="3600" cap="all" baseline="0">
                <a:latin typeface="+mj-lt"/>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962526" y="1016955"/>
            <a:ext cx="6696074" cy="549052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a:lstStyle/>
          <a:p>
            <a:endParaRPr lang="en-B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a:lstStyle/>
          <a:p>
            <a:fld id="{BCE029FE-F639-334E-9D24-17DC5C3F3244}" type="slidenum">
              <a:rPr lang="en-BR" smtClean="0"/>
              <a:t>‹#›</a:t>
            </a:fld>
            <a:endParaRPr lang="en-BR"/>
          </a:p>
        </p:txBody>
      </p:sp>
      <p:sp>
        <p:nvSpPr>
          <p:cNvPr id="7" name="Rectangle 6">
            <a:extLst>
              <a:ext uri="{FF2B5EF4-FFF2-40B4-BE49-F238E27FC236}">
                <a16:creationId xmlns:a16="http://schemas.microsoft.com/office/drawing/2014/main" id="{CB922775-D819-CE59-81DF-9A22F9309472}"/>
              </a:ext>
            </a:extLst>
          </p:cNvPr>
          <p:cNvSpPr/>
          <p:nvPr/>
        </p:nvSpPr>
        <p:spPr>
          <a:xfrm>
            <a:off x="4017310" y="565607"/>
            <a:ext cx="817469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E1D59CA-78A2-7B8F-A9C7-E86B47BEAE5E}"/>
              </a:ext>
            </a:extLst>
          </p:cNvPr>
          <p:cNvSpPr/>
          <p:nvPr/>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5835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62523" y="1016956"/>
            <a:ext cx="6696076" cy="731520"/>
          </a:xfrm>
          <a:prstGeom prst="rect">
            <a:avLst/>
          </a:prstGeom>
        </p:spPr>
        <p:txBody>
          <a:bodyPr anchor="t"/>
          <a:lstStyle>
            <a:lvl1pPr>
              <a:defRPr cap="all" baseline="0"/>
            </a:lvl1pPr>
          </a:lstStyle>
          <a:p>
            <a:r>
              <a:rPr lang="en-US"/>
              <a:t>Click to edit Master title style</a:t>
            </a:r>
            <a:endParaRPr lang="en-US" dirty="0"/>
          </a:p>
        </p:txBody>
      </p:sp>
      <p:sp>
        <p:nvSpPr>
          <p:cNvPr id="38" name="Picture Placeholder 37">
            <a:extLst>
              <a:ext uri="{FF2B5EF4-FFF2-40B4-BE49-F238E27FC236}">
                <a16:creationId xmlns:a16="http://schemas.microsoft.com/office/drawing/2014/main" id="{99EF452C-FB1E-E93B-DCC5-1D98DE017953}"/>
              </a:ext>
            </a:extLst>
          </p:cNvPr>
          <p:cNvSpPr>
            <a:spLocks noGrp="1"/>
          </p:cNvSpPr>
          <p:nvPr>
            <p:ph type="pic" sz="quarter" idx="13" hasCustomPrompt="1"/>
          </p:nvPr>
        </p:nvSpPr>
        <p:spPr>
          <a:xfrm>
            <a:off x="0" y="0"/>
            <a:ext cx="4400554" cy="6858000"/>
          </a:xfrm>
          <a:custGeom>
            <a:avLst/>
            <a:gdLst>
              <a:gd name="connsiteX0" fmla="*/ 0 w 4400554"/>
              <a:gd name="connsiteY0" fmla="*/ 634999 h 6858000"/>
              <a:gd name="connsiteX1" fmla="*/ 4400554 w 4400554"/>
              <a:gd name="connsiteY1" fmla="*/ 634999 h 6858000"/>
              <a:gd name="connsiteX2" fmla="*/ 4400554 w 4400554"/>
              <a:gd name="connsiteY2" fmla="*/ 6858000 h 6858000"/>
              <a:gd name="connsiteX3" fmla="*/ 0 w 4400554"/>
              <a:gd name="connsiteY3" fmla="*/ 6858000 h 6858000"/>
              <a:gd name="connsiteX4" fmla="*/ 0 w 4400554"/>
              <a:gd name="connsiteY4" fmla="*/ 0 h 6858000"/>
              <a:gd name="connsiteX5" fmla="*/ 4400554 w 4400554"/>
              <a:gd name="connsiteY5" fmla="*/ 0 h 6858000"/>
              <a:gd name="connsiteX6" fmla="*/ 4400554 w 4400554"/>
              <a:gd name="connsiteY6" fmla="*/ 570991 h 6858000"/>
              <a:gd name="connsiteX7" fmla="*/ 0 w 4400554"/>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0554" h="6858000">
                <a:moveTo>
                  <a:pt x="0" y="634999"/>
                </a:moveTo>
                <a:lnTo>
                  <a:pt x="4400554" y="634999"/>
                </a:lnTo>
                <a:lnTo>
                  <a:pt x="4400554" y="6858000"/>
                </a:lnTo>
                <a:lnTo>
                  <a:pt x="0" y="6858000"/>
                </a:lnTo>
                <a:close/>
                <a:moveTo>
                  <a:pt x="0" y="0"/>
                </a:moveTo>
                <a:lnTo>
                  <a:pt x="4400554" y="0"/>
                </a:lnTo>
                <a:lnTo>
                  <a:pt x="4400554" y="570991"/>
                </a:lnTo>
                <a:lnTo>
                  <a:pt x="0" y="570991"/>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62523" y="2145668"/>
            <a:ext cx="6689892" cy="41183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4964103" y="6477000"/>
            <a:ext cx="4707905" cy="381000"/>
          </a:xfrm>
          <a:prstGeom prst="rect">
            <a:avLst/>
          </a:prstGeom>
        </p:spPr>
        <p:txBody>
          <a:bodyPr/>
          <a:lstStyle>
            <a:lvl1pPr>
              <a:defRPr>
                <a:solidFill>
                  <a:schemeClr val="tx2"/>
                </a:solidFill>
              </a:defRPr>
            </a:lvl1pPr>
          </a:lstStyle>
          <a:p>
            <a:endParaRPr lang="en-B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672013" y="6477000"/>
            <a:ext cx="1329365" cy="38100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1379" y="6477000"/>
            <a:ext cx="657221" cy="38100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3" name="Freeform 2">
            <a:extLst>
              <a:ext uri="{FF2B5EF4-FFF2-40B4-BE49-F238E27FC236}">
                <a16:creationId xmlns:a16="http://schemas.microsoft.com/office/drawing/2014/main" id="{EC16BEA9-7D3A-E34B-4442-F0BFB853F3F8}"/>
              </a:ext>
            </a:extLst>
          </p:cNvPr>
          <p:cNvSpPr/>
          <p:nvPr/>
        </p:nvSpPr>
        <p:spPr>
          <a:xfrm>
            <a:off x="4408228" y="570993"/>
            <a:ext cx="7142064"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Rectangle 4">
            <a:extLst>
              <a:ext uri="{FF2B5EF4-FFF2-40B4-BE49-F238E27FC236}">
                <a16:creationId xmlns:a16="http://schemas.microsoft.com/office/drawing/2014/main" id="{A3462211-E1BA-E90A-00F8-E717C7293E42}"/>
              </a:ext>
            </a:extLst>
          </p:cNvPr>
          <p:cNvSpPr/>
          <p:nvPr/>
        </p:nvSpPr>
        <p:spPr>
          <a:xfrm>
            <a:off x="-2282" y="570991"/>
            <a:ext cx="441051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800440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2163" y="1016955"/>
            <a:ext cx="7026437" cy="731520"/>
          </a:xfrm>
          <a:prstGeom prst="rect">
            <a:avLst/>
          </a:prstGeom>
        </p:spPr>
        <p:txBody>
          <a:bodyPr anchor="t"/>
          <a:lstStyle>
            <a:lvl1pPr>
              <a:defRPr cap="all" baseline="0"/>
            </a:lvl1pPr>
          </a:lstStyle>
          <a:p>
            <a:r>
              <a:rPr lang="en-US"/>
              <a:t>Click to edit Master title style</a:t>
            </a:r>
            <a:endParaRPr lang="en-US" dirty="0"/>
          </a:p>
        </p:txBody>
      </p:sp>
      <p:sp>
        <p:nvSpPr>
          <p:cNvPr id="38" name="Picture Placeholder 37">
            <a:extLst>
              <a:ext uri="{FF2B5EF4-FFF2-40B4-BE49-F238E27FC236}">
                <a16:creationId xmlns:a16="http://schemas.microsoft.com/office/drawing/2014/main" id="{87476243-EB8F-9EFF-F789-0088ABBB0FBF}"/>
              </a:ext>
            </a:extLst>
          </p:cNvPr>
          <p:cNvSpPr>
            <a:spLocks noGrp="1"/>
          </p:cNvSpPr>
          <p:nvPr>
            <p:ph type="pic" sz="quarter" idx="13" hasCustomPrompt="1"/>
          </p:nvPr>
        </p:nvSpPr>
        <p:spPr>
          <a:xfrm>
            <a:off x="0" y="1"/>
            <a:ext cx="3998133" cy="6858000"/>
          </a:xfrm>
          <a:custGeom>
            <a:avLst/>
            <a:gdLst>
              <a:gd name="connsiteX0" fmla="*/ 0 w 3998133"/>
              <a:gd name="connsiteY0" fmla="*/ 634999 h 6858000"/>
              <a:gd name="connsiteX1" fmla="*/ 3998133 w 3998133"/>
              <a:gd name="connsiteY1" fmla="*/ 634999 h 6858000"/>
              <a:gd name="connsiteX2" fmla="*/ 3998133 w 3998133"/>
              <a:gd name="connsiteY2" fmla="*/ 6858000 h 6858000"/>
              <a:gd name="connsiteX3" fmla="*/ 0 w 3998133"/>
              <a:gd name="connsiteY3" fmla="*/ 6858000 h 6858000"/>
              <a:gd name="connsiteX4" fmla="*/ 0 w 3998133"/>
              <a:gd name="connsiteY4" fmla="*/ 0 h 6858000"/>
              <a:gd name="connsiteX5" fmla="*/ 3998133 w 3998133"/>
              <a:gd name="connsiteY5" fmla="*/ 0 h 6858000"/>
              <a:gd name="connsiteX6" fmla="*/ 3998133 w 3998133"/>
              <a:gd name="connsiteY6" fmla="*/ 570991 h 6858000"/>
              <a:gd name="connsiteX7" fmla="*/ 0 w 3998133"/>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8133" h="6858000">
                <a:moveTo>
                  <a:pt x="0" y="634999"/>
                </a:moveTo>
                <a:lnTo>
                  <a:pt x="3998133" y="634999"/>
                </a:lnTo>
                <a:lnTo>
                  <a:pt x="3998133" y="6858000"/>
                </a:lnTo>
                <a:lnTo>
                  <a:pt x="0" y="6858000"/>
                </a:lnTo>
                <a:close/>
                <a:moveTo>
                  <a:pt x="0" y="0"/>
                </a:moveTo>
                <a:lnTo>
                  <a:pt x="3998133" y="0"/>
                </a:lnTo>
                <a:lnTo>
                  <a:pt x="3998133" y="570991"/>
                </a:lnTo>
                <a:lnTo>
                  <a:pt x="0" y="570991"/>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2168" y="2145668"/>
            <a:ext cx="7026432" cy="407733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7" y="6477000"/>
            <a:ext cx="5426231" cy="381000"/>
          </a:xfrm>
          <a:prstGeom prst="rect">
            <a:avLst/>
          </a:prstGeom>
        </p:spPr>
        <p:txBody>
          <a:bodyPr/>
          <a:lstStyle>
            <a:lvl1pPr>
              <a:defRPr>
                <a:solidFill>
                  <a:schemeClr val="tx2"/>
                </a:solidFill>
              </a:defRPr>
            </a:lvl1pPr>
          </a:lstStyle>
          <a:p>
            <a:endParaRPr lang="en-B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10058404" y="6477000"/>
            <a:ext cx="942970" cy="38100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1374" y="6477000"/>
            <a:ext cx="657226" cy="38100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5" name="Freeform 4">
            <a:extLst>
              <a:ext uri="{FF2B5EF4-FFF2-40B4-BE49-F238E27FC236}">
                <a16:creationId xmlns:a16="http://schemas.microsoft.com/office/drawing/2014/main" id="{ECF4FA5C-D406-8202-9143-DAEA62C5C872}"/>
              </a:ext>
            </a:extLst>
          </p:cNvPr>
          <p:cNvSpPr/>
          <p:nvPr/>
        </p:nvSpPr>
        <p:spPr>
          <a:xfrm>
            <a:off x="0" y="570992"/>
            <a:ext cx="4019552"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Freeform 5">
            <a:extLst>
              <a:ext uri="{FF2B5EF4-FFF2-40B4-BE49-F238E27FC236}">
                <a16:creationId xmlns:a16="http://schemas.microsoft.com/office/drawing/2014/main" id="{082645EB-0315-BBF0-B28C-6A31158DE8D1}"/>
              </a:ext>
            </a:extLst>
          </p:cNvPr>
          <p:cNvSpPr/>
          <p:nvPr/>
        </p:nvSpPr>
        <p:spPr>
          <a:xfrm>
            <a:off x="3997235" y="570992"/>
            <a:ext cx="756072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185246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3401" y="1016955"/>
            <a:ext cx="6858000" cy="731519"/>
          </a:xfrm>
          <a:prstGeom prst="rect">
            <a:avLst/>
          </a:prstGeom>
        </p:spPr>
        <p:txBody>
          <a:bodyPr anchor="t"/>
          <a:lstStyle>
            <a:lvl1pPr>
              <a:defRPr cap="all" baseline="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533401" y="2145668"/>
            <a:ext cx="6858000" cy="4093526"/>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533401" y="6464300"/>
            <a:ext cx="5366715" cy="399514"/>
          </a:xfrm>
          <a:prstGeom prst="rect">
            <a:avLst/>
          </a:prstGeom>
        </p:spPr>
        <p:txBody>
          <a:bodyPr/>
          <a:lstStyle>
            <a:lvl1pPr>
              <a:defRPr>
                <a:solidFill>
                  <a:schemeClr val="tx2"/>
                </a:solidFill>
              </a:defRPr>
            </a:lvl1pPr>
          </a:lstStyle>
          <a:p>
            <a:endParaRPr lang="en-B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5900115" y="6464300"/>
            <a:ext cx="929303" cy="399514"/>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6829424" y="6464300"/>
            <a:ext cx="561977" cy="399514"/>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6" name="Picture Placeholder 5">
            <a:extLst>
              <a:ext uri="{FF2B5EF4-FFF2-40B4-BE49-F238E27FC236}">
                <a16:creationId xmlns:a16="http://schemas.microsoft.com/office/drawing/2014/main" id="{070CE66A-15FE-D8FB-D711-D3BB0755F0D1}"/>
              </a:ext>
            </a:extLst>
          </p:cNvPr>
          <p:cNvSpPr>
            <a:spLocks noGrp="1"/>
          </p:cNvSpPr>
          <p:nvPr>
            <p:ph type="pic" sz="quarter" idx="18" hasCustomPrompt="1"/>
          </p:nvPr>
        </p:nvSpPr>
        <p:spPr>
          <a:xfrm>
            <a:off x="8193866" y="1"/>
            <a:ext cx="3998133" cy="6858000"/>
          </a:xfrm>
          <a:custGeom>
            <a:avLst/>
            <a:gdLst>
              <a:gd name="connsiteX0" fmla="*/ 0 w 3998133"/>
              <a:gd name="connsiteY0" fmla="*/ 634999 h 6858000"/>
              <a:gd name="connsiteX1" fmla="*/ 3998133 w 3998133"/>
              <a:gd name="connsiteY1" fmla="*/ 634999 h 6858000"/>
              <a:gd name="connsiteX2" fmla="*/ 3998133 w 3998133"/>
              <a:gd name="connsiteY2" fmla="*/ 6858000 h 6858000"/>
              <a:gd name="connsiteX3" fmla="*/ 0 w 3998133"/>
              <a:gd name="connsiteY3" fmla="*/ 6858000 h 6858000"/>
              <a:gd name="connsiteX4" fmla="*/ 0 w 3998133"/>
              <a:gd name="connsiteY4" fmla="*/ 0 h 6858000"/>
              <a:gd name="connsiteX5" fmla="*/ 3998133 w 3998133"/>
              <a:gd name="connsiteY5" fmla="*/ 0 h 6858000"/>
              <a:gd name="connsiteX6" fmla="*/ 3998133 w 3998133"/>
              <a:gd name="connsiteY6" fmla="*/ 570991 h 6858000"/>
              <a:gd name="connsiteX7" fmla="*/ 0 w 3998133"/>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8133" h="6858000">
                <a:moveTo>
                  <a:pt x="0" y="634999"/>
                </a:moveTo>
                <a:lnTo>
                  <a:pt x="3998133" y="634999"/>
                </a:lnTo>
                <a:lnTo>
                  <a:pt x="3998133" y="6858000"/>
                </a:lnTo>
                <a:lnTo>
                  <a:pt x="0" y="6858000"/>
                </a:lnTo>
                <a:close/>
                <a:moveTo>
                  <a:pt x="0" y="0"/>
                </a:moveTo>
                <a:lnTo>
                  <a:pt x="3998133" y="0"/>
                </a:lnTo>
                <a:lnTo>
                  <a:pt x="3998133" y="570991"/>
                </a:lnTo>
                <a:lnTo>
                  <a:pt x="0" y="570991"/>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3" name="Freeform 2">
            <a:extLst>
              <a:ext uri="{FF2B5EF4-FFF2-40B4-BE49-F238E27FC236}">
                <a16:creationId xmlns:a16="http://schemas.microsoft.com/office/drawing/2014/main" id="{E19B021D-A5A3-D515-C491-988160E0708C}"/>
              </a:ext>
            </a:extLst>
          </p:cNvPr>
          <p:cNvSpPr/>
          <p:nvPr/>
        </p:nvSpPr>
        <p:spPr>
          <a:xfrm>
            <a:off x="8172447" y="570992"/>
            <a:ext cx="4019552"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reeform 4">
            <a:extLst>
              <a:ext uri="{FF2B5EF4-FFF2-40B4-BE49-F238E27FC236}">
                <a16:creationId xmlns:a16="http://schemas.microsoft.com/office/drawing/2014/main" id="{F6879252-7B61-583A-CF4D-92BF27416ADC}"/>
              </a:ext>
            </a:extLst>
          </p:cNvPr>
          <p:cNvSpPr/>
          <p:nvPr/>
        </p:nvSpPr>
        <p:spPr>
          <a:xfrm>
            <a:off x="633137" y="570992"/>
            <a:ext cx="756072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3388925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3401" y="1016955"/>
            <a:ext cx="4573438" cy="1328932"/>
          </a:xfrm>
          <a:prstGeom prst="rect">
            <a:avLst/>
          </a:prstGeom>
        </p:spPr>
        <p:txBody>
          <a:bodyPr anchor="t">
            <a:noAutofit/>
          </a:bodyPr>
          <a:lstStyle>
            <a:lvl1pPr>
              <a:defRPr sz="3600" cap="all" baseline="0">
                <a:solidFill>
                  <a:schemeClr val="tx2"/>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533401" y="2495232"/>
            <a:ext cx="4573438" cy="3727767"/>
          </a:xfrm>
          <a:prstGeom prst="rect">
            <a:avLst/>
          </a:prstGeo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33400" y="6477000"/>
            <a:ext cx="2921550" cy="381000"/>
          </a:xfrm>
          <a:prstGeom prst="rect">
            <a:avLst/>
          </a:prstGeom>
        </p:spPr>
        <p:txBody>
          <a:bodyPr/>
          <a:lstStyle>
            <a:lvl1pPr>
              <a:defRPr>
                <a:solidFill>
                  <a:schemeClr val="tx2"/>
                </a:solidFill>
                <a:effectLst/>
              </a:defRPr>
            </a:lvl1pPr>
          </a:lstStyle>
          <a:p>
            <a:endParaRPr lang="en-B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454946" y="6477000"/>
            <a:ext cx="1100995" cy="38100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553312" y="6477000"/>
            <a:ext cx="552253" cy="381000"/>
          </a:xfrm>
          <a:prstGeom prst="rect">
            <a:avLst/>
          </a:prstGeom>
        </p:spPr>
        <p:txBody>
          <a:bodyPr/>
          <a:lstStyle>
            <a:lvl1pPr>
              <a:defRPr>
                <a:solidFill>
                  <a:schemeClr val="tx2"/>
                </a:solidFill>
                <a:effectLst/>
              </a:defRPr>
            </a:lvl1pPr>
          </a:lstStyle>
          <a:p>
            <a:fld id="{BCE029FE-F639-334E-9D24-17DC5C3F3244}" type="slidenum">
              <a:rPr lang="en-BR" smtClean="0"/>
              <a:t>‹#›</a:t>
            </a:fld>
            <a:endParaRPr lang="en-B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658928" y="0"/>
            <a:ext cx="6533072" cy="6858000"/>
          </a:xfrm>
          <a:prstGeom prst="rect">
            <a:avLst/>
          </a:prstGeo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3" name="Freeform 2">
            <a:extLst>
              <a:ext uri="{FF2B5EF4-FFF2-40B4-BE49-F238E27FC236}">
                <a16:creationId xmlns:a16="http://schemas.microsoft.com/office/drawing/2014/main" id="{103B3571-8BEB-7B5F-5141-60BE7E4F2B98}"/>
              </a:ext>
            </a:extLst>
          </p:cNvPr>
          <p:cNvSpPr/>
          <p:nvPr/>
        </p:nvSpPr>
        <p:spPr>
          <a:xfrm>
            <a:off x="631405" y="570990"/>
            <a:ext cx="5024894"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8381337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3275" y="1016955"/>
            <a:ext cx="3445936" cy="1328932"/>
          </a:xfrm>
          <a:prstGeom prst="rect">
            <a:avLst/>
          </a:prstGeom>
        </p:spPr>
        <p:txBody>
          <a:bodyPr anchor="t">
            <a:normAutofit/>
          </a:bodyPr>
          <a:lstStyle>
            <a:lvl1pPr>
              <a:defRPr sz="3600" cap="all" baseline="0">
                <a:solidFill>
                  <a:schemeClr val="tx2"/>
                </a:solidFill>
              </a:defRPr>
            </a:lvl1pPr>
          </a:lstStyle>
          <a:p>
            <a:r>
              <a:rPr lang="en-US"/>
              <a:t>Click to edit Master title style</a:t>
            </a:r>
            <a:endParaRPr lang="en-US" dirty="0"/>
          </a:p>
        </p:txBody>
      </p:sp>
      <p:sp>
        <p:nvSpPr>
          <p:cNvPr id="6" name="Content Placeholder 7">
            <a:extLst>
              <a:ext uri="{FF2B5EF4-FFF2-40B4-BE49-F238E27FC236}">
                <a16:creationId xmlns:a16="http://schemas.microsoft.com/office/drawing/2014/main" id="{7056A831-274A-4E01-51DC-29FC50834A4F}"/>
              </a:ext>
            </a:extLst>
          </p:cNvPr>
          <p:cNvSpPr>
            <a:spLocks noGrp="1"/>
          </p:cNvSpPr>
          <p:nvPr>
            <p:ph sz="quarter" idx="18"/>
          </p:nvPr>
        </p:nvSpPr>
        <p:spPr>
          <a:xfrm>
            <a:off x="533400" y="2495232"/>
            <a:ext cx="3445936" cy="3727767"/>
          </a:xfrm>
          <a:prstGeom prst="rect">
            <a:avLst/>
          </a:prstGeo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533400" y="6477000"/>
            <a:ext cx="2076777" cy="381000"/>
          </a:xfrm>
          <a:prstGeom prst="rect">
            <a:avLst/>
          </a:prstGeom>
        </p:spPr>
        <p:txBody>
          <a:bodyPr/>
          <a:lstStyle>
            <a:lvl1pPr>
              <a:defRPr>
                <a:solidFill>
                  <a:schemeClr val="tx2"/>
                </a:solidFill>
              </a:defRPr>
            </a:lvl1pPr>
          </a:lstStyle>
          <a:p>
            <a:endParaRPr lang="en-B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2610177" y="6477000"/>
            <a:ext cx="949766" cy="38100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3559943" y="6477000"/>
            <a:ext cx="429207" cy="38100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7" name="Picture Placeholder 10">
            <a:extLst>
              <a:ext uri="{FF2B5EF4-FFF2-40B4-BE49-F238E27FC236}">
                <a16:creationId xmlns:a16="http://schemas.microsoft.com/office/drawing/2014/main" id="{0BBEF0D8-DF37-CB82-D6FC-4B18E864B26C}"/>
              </a:ext>
            </a:extLst>
          </p:cNvPr>
          <p:cNvSpPr>
            <a:spLocks noGrp="1"/>
          </p:cNvSpPr>
          <p:nvPr>
            <p:ph type="pic" sz="quarter" idx="13" hasCustomPrompt="1"/>
          </p:nvPr>
        </p:nvSpPr>
        <p:spPr>
          <a:xfrm>
            <a:off x="4602979" y="0"/>
            <a:ext cx="7584144" cy="6858000"/>
          </a:xfrm>
          <a:prstGeom prst="rect">
            <a:avLst/>
          </a:prstGeo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3" name="Freeform 2">
            <a:extLst>
              <a:ext uri="{FF2B5EF4-FFF2-40B4-BE49-F238E27FC236}">
                <a16:creationId xmlns:a16="http://schemas.microsoft.com/office/drawing/2014/main" id="{8DC2254B-5D42-9D5B-16C8-9FAF562F458A}"/>
              </a:ext>
            </a:extLst>
          </p:cNvPr>
          <p:cNvSpPr/>
          <p:nvPr/>
        </p:nvSpPr>
        <p:spPr>
          <a:xfrm>
            <a:off x="615697" y="570989"/>
            <a:ext cx="3987282" cy="64012"/>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6198304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0" y="1016955"/>
            <a:ext cx="2770539" cy="1875475"/>
          </a:xfrm>
          <a:prstGeom prst="rect">
            <a:avLst/>
          </a:prstGeom>
        </p:spPr>
        <p:txBody>
          <a:bodyPr anchor="t"/>
          <a:lstStyle>
            <a:lvl1pPr>
              <a:defRPr cap="all" baseline="0">
                <a:solidFill>
                  <a:schemeClr val="tx2"/>
                </a:solidFill>
              </a:defRPr>
            </a:lvl1pPr>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3011335"/>
            <a:ext cx="2769544" cy="28449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88061" y="6477000"/>
            <a:ext cx="1404460" cy="381000"/>
          </a:xfrm>
          <a:prstGeom prst="rect">
            <a:avLst/>
          </a:prstGeom>
        </p:spPr>
        <p:txBody>
          <a:bodyPr/>
          <a:lstStyle>
            <a:lvl1pPr>
              <a:defRPr>
                <a:solidFill>
                  <a:schemeClr val="tx2"/>
                </a:solidFill>
              </a:defRPr>
            </a:lvl1pPr>
          </a:lstStyle>
          <a:p>
            <a:endParaRPr lang="en-B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477000"/>
            <a:ext cx="708857" cy="381000"/>
          </a:xfrm>
          <a:prstGeom prst="rect">
            <a:avLst/>
          </a:prstGeom>
        </p:spPr>
        <p:txBody>
          <a:bodyPr/>
          <a:lstStyle>
            <a:lvl1pPr>
              <a:defRPr>
                <a:solidFill>
                  <a:schemeClr val="tx2"/>
                </a:solidFill>
                <a:effectLst/>
              </a:defRPr>
            </a:lvl1pPr>
          </a:lstStyle>
          <a:p>
            <a:fld id="{66FC94CE-0CDF-F649-8883-650C82992423}" type="datetimeFigureOut">
              <a:rPr lang="en-BR" smtClean="0"/>
              <a:t>07/10/26</a:t>
            </a:fld>
            <a:endParaRPr lang="en-B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80" y="6477000"/>
            <a:ext cx="657220" cy="38100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3" name="Freeform 2">
            <a:extLst>
              <a:ext uri="{FF2B5EF4-FFF2-40B4-BE49-F238E27FC236}">
                <a16:creationId xmlns:a16="http://schemas.microsoft.com/office/drawing/2014/main" id="{3AEE3D4D-61F7-E7A0-0EB4-DE705A2CAF60}"/>
              </a:ext>
            </a:extLst>
          </p:cNvPr>
          <p:cNvSpPr/>
          <p:nvPr/>
        </p:nvSpPr>
        <p:spPr>
          <a:xfrm>
            <a:off x="8326322" y="570989"/>
            <a:ext cx="3332277"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13807356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3400" y="3623948"/>
            <a:ext cx="3486152" cy="2599051"/>
          </a:xfrm>
          <a:prstGeom prst="rect">
            <a:avLst/>
          </a:prstGeom>
        </p:spPr>
        <p:txBody>
          <a:bodyPr anchor="t">
            <a:normAutofit/>
          </a:bodyPr>
          <a:lstStyle>
            <a:lvl1pPr>
              <a:defRPr sz="3600" cap="all" baseline="0">
                <a:solidFill>
                  <a:schemeClr val="tx2"/>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242949"/>
          </a:xfrm>
          <a:prstGeom prst="rect">
            <a:avLst/>
          </a:prstGeo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05936" y="3623949"/>
            <a:ext cx="7252664" cy="25990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a:lstStyle>
            <a:lvl1pPr>
              <a:defRPr>
                <a:solidFill>
                  <a:schemeClr val="tx2"/>
                </a:solidFill>
              </a:defRPr>
            </a:lvl1pPr>
          </a:lstStyle>
          <a:p>
            <a:endParaRPr lang="en-B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Tree>
    <p:extLst>
      <p:ext uri="{BB962C8B-B14F-4D97-AF65-F5344CB8AC3E}">
        <p14:creationId xmlns:p14="http://schemas.microsoft.com/office/powerpoint/2010/main" val="14824322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11125199" cy="731519"/>
          </a:xfrm>
          <a:prstGeom prst="rect">
            <a:avLst/>
          </a:prstGeom>
        </p:spPr>
        <p:txBody>
          <a:bodyPr anchor="t"/>
          <a:lstStyle>
            <a:lvl1pPr>
              <a:defRPr cap="all" baseline="0">
                <a:solidFill>
                  <a:schemeClr val="tx2"/>
                </a:solidFill>
              </a:defRPr>
            </a:lvl1pPr>
          </a:lstStyle>
          <a:p>
            <a:r>
              <a:rPr lang="en-US"/>
              <a:t>Click to edit Master title style</a:t>
            </a:r>
            <a:endParaRPr lang="en-US" dirty="0"/>
          </a:p>
        </p:txBody>
      </p:sp>
      <p:sp>
        <p:nvSpPr>
          <p:cNvPr id="36" name="Picture Placeholder 11">
            <a:extLst>
              <a:ext uri="{FF2B5EF4-FFF2-40B4-BE49-F238E27FC236}">
                <a16:creationId xmlns:a16="http://schemas.microsoft.com/office/drawing/2014/main" id="{61ACD7CC-7A35-CC8D-F7DA-128B795065B1}"/>
              </a:ext>
            </a:extLst>
          </p:cNvPr>
          <p:cNvSpPr>
            <a:spLocks noGrp="1"/>
          </p:cNvSpPr>
          <p:nvPr>
            <p:ph type="pic" sz="quarter" idx="18" hasCustomPrompt="1"/>
          </p:nvPr>
        </p:nvSpPr>
        <p:spPr>
          <a:xfrm>
            <a:off x="0" y="2145668"/>
            <a:ext cx="6291878" cy="4728525"/>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marL="0" indent="0">
              <a:buNone/>
              <a:defRPr lang="en-US" dirty="0"/>
            </a:lvl1pPr>
          </a:lstStyle>
          <a:p>
            <a:pPr marL="228600" lvl="0" indent="-228600"/>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843095" y="2145668"/>
            <a:ext cx="4815505" cy="4190497"/>
          </a:xfrm>
          <a:prstGeom prst="rect">
            <a:avLst/>
          </a:prstGeo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843095" y="6492240"/>
            <a:ext cx="3215297" cy="365760"/>
          </a:xfrm>
          <a:prstGeom prst="rect">
            <a:avLst/>
          </a:prstGeom>
        </p:spPr>
        <p:txBody>
          <a:bodyPr/>
          <a:lstStyle>
            <a:lvl1pPr>
              <a:defRPr>
                <a:solidFill>
                  <a:schemeClr val="tx2"/>
                </a:solidFill>
              </a:defRPr>
            </a:lvl1pPr>
          </a:lstStyle>
          <a:p>
            <a:endParaRPr lang="en-B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10058398" y="6492240"/>
            <a:ext cx="942982" cy="36576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01379" y="6492240"/>
            <a:ext cx="657221" cy="36576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3" name="Rectangle 2">
            <a:extLst>
              <a:ext uri="{FF2B5EF4-FFF2-40B4-BE49-F238E27FC236}">
                <a16:creationId xmlns:a16="http://schemas.microsoft.com/office/drawing/2014/main" id="{54335081-FA52-F16F-A616-E20DA766DB57}"/>
              </a:ext>
            </a:extLst>
          </p:cNvPr>
          <p:cNvSpPr/>
          <p:nvPr/>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42300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3399" y="1016955"/>
            <a:ext cx="3486153" cy="1316347"/>
          </a:xfrm>
          <a:prstGeom prst="rect">
            <a:avLst/>
          </a:prstGeom>
        </p:spPr>
        <p:txBody>
          <a:bodyPr anchor="t">
            <a:noAutofit/>
          </a:bodyPr>
          <a:lstStyle>
            <a:lvl1pPr>
              <a:defRPr sz="3600" cap="all" baseline="0">
                <a:solidFill>
                  <a:schemeClr val="tx2"/>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34030" y="2495233"/>
            <a:ext cx="3385517" cy="3727765"/>
          </a:xfrm>
          <a:prstGeom prst="rect">
            <a:avLst/>
          </a:prstGeom>
          <a:blipFill dpi="0" rotWithShape="1">
            <a:blip r:embed="rId2">
              <a:alphaModFix amt="60000"/>
            </a:blip>
            <a:srcRect/>
            <a:stretch>
              <a:fillRect/>
            </a:stretch>
          </a:blipFill>
        </p:spPr>
        <p:txBody>
          <a:bodyPr/>
          <a:lstStyle>
            <a:lvl1pPr marL="0" indent="0">
              <a:buFont typeface="Arial" panose="020B0604020202020204" pitchFamily="34" charse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576142" y="1016954"/>
            <a:ext cx="7082457" cy="5206045"/>
          </a:xfrm>
          <a:prstGeom prst="rect">
            <a:avLst/>
          </a:prstGeo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a:lstStyle>
            <a:lvl1pPr>
              <a:defRPr>
                <a:solidFill>
                  <a:schemeClr val="tx2"/>
                </a:solidFill>
              </a:defRPr>
            </a:lvl1pPr>
          </a:lstStyle>
          <a:p>
            <a:endParaRPr lang="en-B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3" name="Rectangle 2">
            <a:extLst>
              <a:ext uri="{FF2B5EF4-FFF2-40B4-BE49-F238E27FC236}">
                <a16:creationId xmlns:a16="http://schemas.microsoft.com/office/drawing/2014/main" id="{05CA24FE-7F15-0A35-2050-28F4CE33B91F}"/>
              </a:ext>
            </a:extLst>
          </p:cNvPr>
          <p:cNvSpPr/>
          <p:nvPr/>
        </p:nvSpPr>
        <p:spPr>
          <a:xfrm>
            <a:off x="634030" y="565606"/>
            <a:ext cx="3385521"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C9E0A62-7502-AFE4-4860-6DE00EB6D1D5}"/>
              </a:ext>
            </a:extLst>
          </p:cNvPr>
          <p:cNvSpPr/>
          <p:nvPr/>
        </p:nvSpPr>
        <p:spPr>
          <a:xfrm>
            <a:off x="4019547" y="565605"/>
            <a:ext cx="8172453"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83291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tx2"/>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473C94E-2C8E-3F68-4792-D2F9DD866344}"/>
              </a:ext>
            </a:extLst>
          </p:cNvPr>
          <p:cNvSpPr>
            <a:spLocks noGrp="1"/>
          </p:cNvSpPr>
          <p:nvPr>
            <p:ph type="title"/>
          </p:nvPr>
        </p:nvSpPr>
        <p:spPr>
          <a:xfrm>
            <a:off x="3462961" y="5109525"/>
            <a:ext cx="8195638" cy="744634"/>
          </a:xfrm>
        </p:spPr>
        <p:txBody>
          <a:bodyPr anchor="b">
            <a:normAutofit/>
          </a:bodyPr>
          <a:lstStyle>
            <a:lvl1pPr>
              <a:defRPr sz="2000" b="1">
                <a:solidFill>
                  <a:schemeClr val="bg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16E6EBA2-EEB8-DB5B-897E-6DAE1530B31E}"/>
              </a:ext>
            </a:extLst>
          </p:cNvPr>
          <p:cNvSpPr>
            <a:spLocks noGrp="1"/>
          </p:cNvSpPr>
          <p:nvPr>
            <p:ph sz="quarter" idx="14" hasCustomPrompt="1"/>
          </p:nvPr>
        </p:nvSpPr>
        <p:spPr>
          <a:xfrm>
            <a:off x="533400" y="533400"/>
            <a:ext cx="11125200" cy="4576763"/>
          </a:xfrm>
        </p:spPr>
        <p:txBody>
          <a:bodyPr>
            <a:normAutofit/>
          </a:bodyPr>
          <a:lstStyle>
            <a:lvl1pPr marL="0" indent="0">
              <a:buNone/>
              <a:defRPr sz="30000" b="0">
                <a:solidFill>
                  <a:schemeClr val="bg1"/>
                </a:solidFill>
              </a:defRPr>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533399" y="6477000"/>
            <a:ext cx="8576637" cy="381001"/>
          </a:xfrm>
          <a:prstGeom prst="rect">
            <a:avLst/>
          </a:prstGeom>
        </p:spPr>
        <p:txBody>
          <a:bodyPr/>
          <a:lstStyle>
            <a:lvl1pPr>
              <a:defRPr>
                <a:solidFill>
                  <a:schemeClr val="bg1"/>
                </a:solidFill>
              </a:defRPr>
            </a:lvl1pPr>
          </a:lstStyle>
          <a:p>
            <a:endParaRPr lang="en-B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9110036" y="6477000"/>
            <a:ext cx="1880546" cy="381000"/>
          </a:xfrm>
          <a:prstGeom prst="rect">
            <a:avLst/>
          </a:prstGeom>
        </p:spPr>
        <p:txBody>
          <a:bodyPr/>
          <a:lstStyle>
            <a:lvl1pPr>
              <a:defRPr>
                <a:solidFill>
                  <a:schemeClr val="bg1"/>
                </a:solidFill>
              </a:defRPr>
            </a:lvl1pPr>
          </a:lstStyle>
          <a:p>
            <a:fld id="{66FC94CE-0CDF-F649-8883-650C82992423}" type="datetimeFigureOut">
              <a:rPr lang="en-BR" smtClean="0"/>
              <a:t>07/10/26</a:t>
            </a:fld>
            <a:endParaRPr lang="en-B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0995976" y="6492241"/>
            <a:ext cx="662624" cy="365760"/>
          </a:xfrm>
          <a:prstGeom prst="rect">
            <a:avLst/>
          </a:prstGeom>
        </p:spPr>
        <p:txBody>
          <a:bodyPr/>
          <a:lstStyle>
            <a:lvl1pPr>
              <a:defRPr>
                <a:solidFill>
                  <a:schemeClr val="bg1"/>
                </a:solidFill>
              </a:defRPr>
            </a:lvl1pPr>
          </a:lstStyle>
          <a:p>
            <a:fld id="{BCE029FE-F639-334E-9D24-17DC5C3F3244}" type="slidenum">
              <a:rPr lang="en-BR" smtClean="0"/>
              <a:t>‹#›</a:t>
            </a:fld>
            <a:endParaRPr lang="en-BR"/>
          </a:p>
        </p:txBody>
      </p:sp>
      <p:sp>
        <p:nvSpPr>
          <p:cNvPr id="36" name="Rectangle 35">
            <a:extLst>
              <a:ext uri="{FF2B5EF4-FFF2-40B4-BE49-F238E27FC236}">
                <a16:creationId xmlns:a16="http://schemas.microsoft.com/office/drawing/2014/main" id="{CCD9F1A0-57DB-F034-0AB9-2E671ABA4CDD}"/>
              </a:ext>
            </a:extLst>
          </p:cNvPr>
          <p:cNvSpPr/>
          <p:nvPr/>
        </p:nvSpPr>
        <p:spPr>
          <a:xfrm>
            <a:off x="9110040" y="6155911"/>
            <a:ext cx="308195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66B7340E-9893-2D44-91EA-76771EE522E6}"/>
              </a:ext>
            </a:extLst>
          </p:cNvPr>
          <p:cNvSpPr/>
          <p:nvPr/>
        </p:nvSpPr>
        <p:spPr>
          <a:xfrm>
            <a:off x="3467745" y="6155911"/>
            <a:ext cx="5642289"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29681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a:lstStyle>
            <a:lvl1pPr>
              <a:defRPr>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33399" y="1016955"/>
            <a:ext cx="11125201" cy="4840285"/>
          </a:xfrm>
          <a:prstGeom prst="rect">
            <a:avLst/>
          </a:prstGeom>
        </p:spPr>
        <p:txBody>
          <a:bodyPr anchor="t">
            <a:noAutofit/>
          </a:bodyPr>
          <a:lstStyle>
            <a:lvl1pPr marL="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1pPr>
            <a:lvl2pPr marL="2286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2pPr>
            <a:lvl3pPr marL="4572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3pPr>
            <a:lvl4pPr marL="6858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4pPr>
            <a:lvl5pPr marL="9144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533399" y="6492240"/>
            <a:ext cx="8576637" cy="365761"/>
          </a:xfrm>
          <a:prstGeom prst="rect">
            <a:avLst/>
          </a:prstGeom>
        </p:spPr>
        <p:txBody>
          <a:bodyPr/>
          <a:lstStyle>
            <a:lvl1pPr>
              <a:defRPr>
                <a:solidFill>
                  <a:schemeClr val="bg2"/>
                </a:solidFill>
              </a:defRPr>
            </a:lvl1pPr>
          </a:lstStyle>
          <a:p>
            <a:endParaRPr lang="en-B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110036" y="6492239"/>
            <a:ext cx="1891338" cy="365761"/>
          </a:xfrm>
          <a:prstGeom prst="rect">
            <a:avLst/>
          </a:prstGeom>
        </p:spPr>
        <p:txBody>
          <a:bodyPr/>
          <a:lstStyle>
            <a:lvl1pPr>
              <a:defRPr>
                <a:solidFill>
                  <a:schemeClr val="bg2"/>
                </a:solidFill>
              </a:defRPr>
            </a:lvl1pPr>
          </a:lstStyle>
          <a:p>
            <a:fld id="{66FC94CE-0CDF-F649-8883-650C82992423}" type="datetimeFigureOut">
              <a:rPr lang="en-BR" smtClean="0"/>
              <a:t>07/10/26</a:t>
            </a:fld>
            <a:endParaRPr lang="en-B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0995976" y="6492240"/>
            <a:ext cx="662624" cy="365761"/>
          </a:xfrm>
          <a:prstGeom prst="rect">
            <a:avLst/>
          </a:prstGeom>
        </p:spPr>
        <p:txBody>
          <a:bodyPr/>
          <a:lstStyle>
            <a:lvl1pPr>
              <a:defRPr>
                <a:solidFill>
                  <a:schemeClr val="bg2"/>
                </a:solidFill>
              </a:defRPr>
            </a:lvl1pPr>
          </a:lstStyle>
          <a:p>
            <a:fld id="{BCE029FE-F639-334E-9D24-17DC5C3F3244}" type="slidenum">
              <a:rPr lang="en-BR" smtClean="0"/>
              <a:t>‹#›</a:t>
            </a:fld>
            <a:endParaRPr lang="en-BR"/>
          </a:p>
        </p:txBody>
      </p:sp>
      <p:sp>
        <p:nvSpPr>
          <p:cNvPr id="6" name="Rectangle 5">
            <a:extLst>
              <a:ext uri="{FF2B5EF4-FFF2-40B4-BE49-F238E27FC236}">
                <a16:creationId xmlns:a16="http://schemas.microsoft.com/office/drawing/2014/main" id="{F810F272-8DCB-3D9F-8EA6-FBDD6B7DFDA3}"/>
              </a:ext>
            </a:extLst>
          </p:cNvPr>
          <p:cNvSpPr/>
          <p:nvPr/>
        </p:nvSpPr>
        <p:spPr>
          <a:xfrm>
            <a:off x="9110040" y="6155911"/>
            <a:ext cx="3081959" cy="640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638ED97-EB88-D071-C45A-D0C32569D40D}"/>
              </a:ext>
            </a:extLst>
          </p:cNvPr>
          <p:cNvSpPr/>
          <p:nvPr/>
        </p:nvSpPr>
        <p:spPr>
          <a:xfrm>
            <a:off x="3467745" y="6155911"/>
            <a:ext cx="5642289" cy="6400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8132227"/>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3467745" y="5216204"/>
            <a:ext cx="8190855" cy="640080"/>
          </a:xfrm>
          <a:prstGeom prst="rect">
            <a:avLst/>
          </a:prstGeom>
        </p:spPr>
        <p:txBody>
          <a:bodyPr anchor="b">
            <a:normAutofit/>
          </a:bodyPr>
          <a:lstStyle>
            <a:lvl1pPr>
              <a:lnSpc>
                <a:spcPct val="120000"/>
              </a:lnSpc>
              <a:defRPr sz="2000" spc="0">
                <a:solidFill>
                  <a:schemeClr val="tx2"/>
                </a:solidFill>
                <a:latin typeface="Arial" panose="020B0604020202020204" pitchFamily="34" charset="0"/>
                <a:cs typeface="Arial" panose="020B0604020202020204" pitchFamily="34" charset="0"/>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533398" y="1016954"/>
            <a:ext cx="11125201" cy="3711571"/>
          </a:xfrm>
          <a:prstGeom prst="rect">
            <a:avLst/>
          </a:prstGeom>
        </p:spPr>
        <p:txBody>
          <a:bodyPr anchor="t">
            <a:normAutofit/>
          </a:bodyPr>
          <a:lstStyle>
            <a:lvl1pPr marL="164592" indent="-164592">
              <a:lnSpc>
                <a:spcPct val="90000"/>
              </a:lnSpc>
              <a:spcBef>
                <a:spcPts val="0"/>
              </a:spcBef>
              <a:buNone/>
              <a:defRPr sz="7200">
                <a:latin typeface="Arial" panose="020B0604020202020204" pitchFamily="34" charset="0"/>
                <a:cs typeface="Arial" panose="020B0604020202020204" pitchFamily="34" charset="0"/>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533399" y="6492241"/>
            <a:ext cx="8576637" cy="365760"/>
          </a:xfrm>
          <a:prstGeom prst="rect">
            <a:avLst/>
          </a:prstGeom>
        </p:spPr>
        <p:txBody>
          <a:bodyPr/>
          <a:lstStyle/>
          <a:p>
            <a:endParaRPr lang="en-B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9110036" y="6492240"/>
            <a:ext cx="1878961" cy="365760"/>
          </a:xfrm>
          <a:prstGeom prst="rect">
            <a:avLst/>
          </a:prstGeom>
        </p:spPr>
        <p:txBody>
          <a:bodyPr/>
          <a:lstStyle/>
          <a:p>
            <a:fld id="{66FC94CE-0CDF-F649-8883-650C82992423}" type="datetimeFigureOut">
              <a:rPr lang="en-BR" smtClean="0"/>
              <a:t>07/10/26</a:t>
            </a:fld>
            <a:endParaRPr lang="en-B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001368" y="6492241"/>
            <a:ext cx="657231" cy="365760"/>
          </a:xfrm>
          <a:prstGeom prst="rect">
            <a:avLst/>
          </a:prstGeom>
        </p:spPr>
        <p:txBody>
          <a:bodyPr/>
          <a:lstStyle/>
          <a:p>
            <a:fld id="{BCE029FE-F639-334E-9D24-17DC5C3F3244}" type="slidenum">
              <a:rPr lang="en-BR" smtClean="0"/>
              <a:t>‹#›</a:t>
            </a:fld>
            <a:endParaRPr lang="en-BR"/>
          </a:p>
        </p:txBody>
      </p:sp>
      <p:sp>
        <p:nvSpPr>
          <p:cNvPr id="34" name="Rectangle 33">
            <a:extLst>
              <a:ext uri="{FF2B5EF4-FFF2-40B4-BE49-F238E27FC236}">
                <a16:creationId xmlns:a16="http://schemas.microsoft.com/office/drawing/2014/main" id="{F22AFB11-60F0-1BFB-3EE2-25A317606ED4}"/>
              </a:ext>
            </a:extLst>
          </p:cNvPr>
          <p:cNvSpPr/>
          <p:nvPr/>
        </p:nvSpPr>
        <p:spPr>
          <a:xfrm>
            <a:off x="9110040" y="6155911"/>
            <a:ext cx="308195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3DB6C2DA-9756-1101-616C-92AE71300FD8}"/>
              </a:ext>
            </a:extLst>
          </p:cNvPr>
          <p:cNvSpPr/>
          <p:nvPr/>
        </p:nvSpPr>
        <p:spPr>
          <a:xfrm>
            <a:off x="3467745" y="6155911"/>
            <a:ext cx="564228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9771738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3398" y="1016956"/>
            <a:ext cx="11125201" cy="731520"/>
          </a:xfrm>
          <a:prstGeom prst="rect">
            <a:avLst/>
          </a:prstGeom>
        </p:spPr>
        <p:txBody>
          <a:bodyPr anchor="t"/>
          <a:lstStyle>
            <a:lvl1pPr>
              <a:defRPr cap="all" baseline="0"/>
            </a:lvl1pPr>
          </a:lstStyle>
          <a:p>
            <a:r>
              <a:rPr lang="en-US"/>
              <a:t>Click to edit Master title style</a:t>
            </a:r>
            <a:endParaRPr lang="en-US" dirty="0"/>
          </a:p>
        </p:txBody>
      </p:sp>
      <p:sp>
        <p:nvSpPr>
          <p:cNvPr id="37" name="Content Placeholder 5">
            <a:extLst>
              <a:ext uri="{FF2B5EF4-FFF2-40B4-BE49-F238E27FC236}">
                <a16:creationId xmlns:a16="http://schemas.microsoft.com/office/drawing/2014/main" id="{2D30AC1E-99F3-1176-72D1-F6FF258E3075}"/>
              </a:ext>
            </a:extLst>
          </p:cNvPr>
          <p:cNvSpPr>
            <a:spLocks noGrp="1"/>
          </p:cNvSpPr>
          <p:nvPr>
            <p:ph sz="quarter" idx="15"/>
          </p:nvPr>
        </p:nvSpPr>
        <p:spPr>
          <a:xfrm>
            <a:off x="533399" y="1883248"/>
            <a:ext cx="5075238" cy="433975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Content Placeholder 11">
            <a:extLst>
              <a:ext uri="{FF2B5EF4-FFF2-40B4-BE49-F238E27FC236}">
                <a16:creationId xmlns:a16="http://schemas.microsoft.com/office/drawing/2014/main" id="{54CE6F64-34A4-5E4B-21B9-E65B60D60DF7}"/>
              </a:ext>
            </a:extLst>
          </p:cNvPr>
          <p:cNvSpPr>
            <a:spLocks noGrp="1"/>
          </p:cNvSpPr>
          <p:nvPr>
            <p:ph sz="quarter" idx="16"/>
          </p:nvPr>
        </p:nvSpPr>
        <p:spPr>
          <a:xfrm>
            <a:off x="6583043" y="1883248"/>
            <a:ext cx="5075556" cy="433975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92241"/>
            <a:ext cx="8576637" cy="365760"/>
          </a:xfrm>
          <a:prstGeom prst="rect">
            <a:avLst/>
          </a:prstGeom>
        </p:spPr>
        <p:txBody>
          <a:bodyPr/>
          <a:lstStyle/>
          <a:p>
            <a:endParaRPr lang="en-B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92240"/>
            <a:ext cx="1891338" cy="365760"/>
          </a:xfrm>
          <a:prstGeom prst="rect">
            <a:avLst/>
          </a:prstGeom>
        </p:spPr>
        <p:txBody>
          <a:bodyPr/>
          <a:lstStyle/>
          <a:p>
            <a:fld id="{66FC94CE-0CDF-F649-8883-650C82992423}" type="datetimeFigureOut">
              <a:rPr lang="en-BR" smtClean="0"/>
              <a:t>07/10/26</a:t>
            </a:fld>
            <a:endParaRPr lang="en-B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995976" y="6492239"/>
            <a:ext cx="662624" cy="365761"/>
          </a:xfrm>
          <a:prstGeom prst="rect">
            <a:avLst/>
          </a:prstGeom>
        </p:spPr>
        <p:txBody>
          <a:bodyPr/>
          <a:lstStyle/>
          <a:p>
            <a:fld id="{BCE029FE-F639-334E-9D24-17DC5C3F3244}" type="slidenum">
              <a:rPr lang="en-BR" smtClean="0"/>
              <a:t>‹#›</a:t>
            </a:fld>
            <a:endParaRPr lang="en-BR"/>
          </a:p>
        </p:txBody>
      </p:sp>
      <p:sp>
        <p:nvSpPr>
          <p:cNvPr id="8" name="Rectangle 7">
            <a:extLst>
              <a:ext uri="{FF2B5EF4-FFF2-40B4-BE49-F238E27FC236}">
                <a16:creationId xmlns:a16="http://schemas.microsoft.com/office/drawing/2014/main" id="{B0DF6D21-8591-4FB9-5FF0-44B10800DC79}"/>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A7345B5-8AF1-C46D-5FB8-FF298EC5943D}"/>
              </a:ext>
            </a:extLst>
          </p:cNvPr>
          <p:cNvSpPr/>
          <p:nvPr/>
        </p:nvSpPr>
        <p:spPr>
          <a:xfrm>
            <a:off x="9110036" y="570037"/>
            <a:ext cx="3081964"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53538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533398" y="1016955"/>
            <a:ext cx="11125201" cy="731520"/>
          </a:xfrm>
          <a:prstGeom prst="rect">
            <a:avLst/>
          </a:prstGeom>
        </p:spPr>
        <p:txBody>
          <a:bodyPr anchor="t"/>
          <a:lstStyle>
            <a:lvl1pPr>
              <a:defRPr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533399" y="1883248"/>
            <a:ext cx="5074920" cy="375613"/>
          </a:xfrm>
          <a:prstGeom prst="rect">
            <a:avLst/>
          </a:prstGeom>
        </p:spPr>
        <p:txBody>
          <a:bodyPr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533399" y="2444434"/>
            <a:ext cx="5075238" cy="3778566"/>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583679" y="1883247"/>
            <a:ext cx="5074920" cy="375613"/>
          </a:xfrm>
          <a:prstGeom prst="rect">
            <a:avLst/>
          </a:prstGeom>
        </p:spPr>
        <p:txBody>
          <a:bodyPr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583043" y="2444434"/>
            <a:ext cx="5075556" cy="3778566"/>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533399" y="6492241"/>
            <a:ext cx="8576637" cy="365760"/>
          </a:xfrm>
          <a:prstGeom prst="rect">
            <a:avLst/>
          </a:prstGeom>
        </p:spPr>
        <p:txBody>
          <a:bodyPr/>
          <a:lstStyle/>
          <a:p>
            <a:endParaRPr lang="en-B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9110036" y="6492240"/>
            <a:ext cx="1891338" cy="365760"/>
          </a:xfrm>
          <a:prstGeom prst="rect">
            <a:avLst/>
          </a:prstGeom>
        </p:spPr>
        <p:txBody>
          <a:bodyPr/>
          <a:lstStyle/>
          <a:p>
            <a:fld id="{66FC94CE-0CDF-F649-8883-650C82992423}" type="datetimeFigureOut">
              <a:rPr lang="en-BR" smtClean="0"/>
              <a:t>07/10/26</a:t>
            </a:fld>
            <a:endParaRPr lang="en-B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001374" y="6492241"/>
            <a:ext cx="657226" cy="365760"/>
          </a:xfrm>
          <a:prstGeom prst="rect">
            <a:avLst/>
          </a:prstGeom>
        </p:spPr>
        <p:txBody>
          <a:bodyPr/>
          <a:lstStyle/>
          <a:p>
            <a:fld id="{BCE029FE-F639-334E-9D24-17DC5C3F3244}" type="slidenum">
              <a:rPr lang="en-BR" smtClean="0"/>
              <a:t>‹#›</a:t>
            </a:fld>
            <a:endParaRPr lang="en-BR"/>
          </a:p>
        </p:txBody>
      </p:sp>
      <p:sp>
        <p:nvSpPr>
          <p:cNvPr id="37" name="Rectangle 36">
            <a:extLst>
              <a:ext uri="{FF2B5EF4-FFF2-40B4-BE49-F238E27FC236}">
                <a16:creationId xmlns:a16="http://schemas.microsoft.com/office/drawing/2014/main" id="{AB0A7ECD-2835-13DC-1392-DC6E9D6B14EE}"/>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33FF6D6A-BF5E-8499-2E05-993B26BA4977}"/>
              </a:ext>
            </a:extLst>
          </p:cNvPr>
          <p:cNvSpPr/>
          <p:nvPr/>
        </p:nvSpPr>
        <p:spPr>
          <a:xfrm>
            <a:off x="9110036" y="570037"/>
            <a:ext cx="3081964"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0877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533398" y="1016955"/>
            <a:ext cx="11125201" cy="1112519"/>
          </a:xfrm>
          <a:prstGeom prst="rect">
            <a:avLst/>
          </a:prstGeom>
        </p:spPr>
        <p:txBody>
          <a:bodyPr anchor="t"/>
          <a:lstStyle>
            <a:lvl1pPr>
              <a:defRPr cap="all" baseline="0">
                <a:solidFill>
                  <a:schemeClr val="tx2"/>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533399" y="6492241"/>
            <a:ext cx="8576637" cy="365760"/>
          </a:xfrm>
          <a:prstGeom prst="rect">
            <a:avLst/>
          </a:prstGeom>
        </p:spPr>
        <p:txBody>
          <a:bodyPr/>
          <a:lstStyle>
            <a:lvl1pPr>
              <a:defRPr>
                <a:solidFill>
                  <a:schemeClr val="tx2"/>
                </a:solidFill>
              </a:defRPr>
            </a:lvl1pPr>
          </a:lstStyle>
          <a:p>
            <a:endParaRPr lang="en-B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9110036" y="6492240"/>
            <a:ext cx="1891338" cy="36576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0995976" y="6492241"/>
            <a:ext cx="662624" cy="36576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6" name="Rectangle 5">
            <a:extLst>
              <a:ext uri="{FF2B5EF4-FFF2-40B4-BE49-F238E27FC236}">
                <a16:creationId xmlns:a16="http://schemas.microsoft.com/office/drawing/2014/main" id="{D0F7BCB4-DC28-7382-4A0F-0498411C4247}"/>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B5560D8-36FC-D0D1-04BB-54F2CCBC8B5E}"/>
              </a:ext>
            </a:extLst>
          </p:cNvPr>
          <p:cNvSpPr/>
          <p:nvPr/>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47783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a:xfrm>
            <a:off x="533399" y="6492241"/>
            <a:ext cx="8576637" cy="365760"/>
          </a:xfrm>
          <a:prstGeom prst="rect">
            <a:avLst/>
          </a:prstGeom>
        </p:spPr>
        <p:txBody>
          <a:bodyPr/>
          <a:lstStyle/>
          <a:p>
            <a:endParaRPr lang="en-B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a:xfrm>
            <a:off x="9110036" y="6492240"/>
            <a:ext cx="1891338" cy="365760"/>
          </a:xfrm>
          <a:prstGeom prst="rect">
            <a:avLst/>
          </a:prstGeom>
        </p:spPr>
        <p:txBody>
          <a:bodyPr/>
          <a:lstStyle/>
          <a:p>
            <a:fld id="{66FC94CE-0CDF-F649-8883-650C82992423}" type="datetimeFigureOut">
              <a:rPr lang="en-BR" smtClean="0"/>
              <a:t>07/10/26</a:t>
            </a:fld>
            <a:endParaRPr lang="en-B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a:xfrm>
            <a:off x="11001374" y="6492241"/>
            <a:ext cx="657226" cy="365760"/>
          </a:xfrm>
          <a:prstGeom prst="rect">
            <a:avLst/>
          </a:prstGeom>
        </p:spPr>
        <p:txBody>
          <a:bodyPr/>
          <a:lstStyle/>
          <a:p>
            <a:fld id="{BCE029FE-F639-334E-9D24-17DC5C3F3244}" type="slidenum">
              <a:rPr lang="en-BR" smtClean="0"/>
              <a:t>‹#›</a:t>
            </a:fld>
            <a:endParaRPr lang="en-BR"/>
          </a:p>
        </p:txBody>
      </p:sp>
    </p:spTree>
    <p:extLst>
      <p:ext uri="{BB962C8B-B14F-4D97-AF65-F5344CB8AC3E}">
        <p14:creationId xmlns:p14="http://schemas.microsoft.com/office/powerpoint/2010/main" val="380031563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11125201" cy="1860235"/>
          </a:xfrm>
          <a:prstGeom prst="rect">
            <a:avLst/>
          </a:prstGeom>
        </p:spPr>
        <p:txBody>
          <a:bodyPr anchor="t">
            <a:noAutofit/>
          </a:bodyPr>
          <a:lstStyle>
            <a:lvl1pPr>
              <a:defRPr sz="7200" cap="all" baseline="0">
                <a:solidFill>
                  <a:schemeClr val="tx2"/>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33398" y="3258190"/>
            <a:ext cx="11125201" cy="2964810"/>
          </a:xfrm>
          <a:prstGeom prst="rect">
            <a:avLst/>
          </a:prstGeom>
        </p:spPr>
        <p:txBody>
          <a:bodyPr/>
          <a:lstStyle>
            <a:lvl1pPr marL="0" indent="0">
              <a:buNone/>
              <a:defRPr>
                <a:solidFill>
                  <a:schemeClr val="tx2"/>
                </a:solidFill>
              </a:defRPr>
            </a:lvl1pPr>
            <a:lvl2pPr marL="228600" indent="0">
              <a:buNone/>
              <a:defRPr>
                <a:solidFill>
                  <a:schemeClr val="tx2"/>
                </a:solidFill>
              </a:defRPr>
            </a:lvl2pPr>
            <a:lvl3pPr marL="457200" indent="0">
              <a:buNone/>
              <a:defRPr>
                <a:solidFill>
                  <a:schemeClr val="tx2"/>
                </a:solidFill>
              </a:defRPr>
            </a:lvl3pPr>
            <a:lvl4pPr marL="685800" indent="0">
              <a:buNone/>
              <a:defRPr>
                <a:solidFill>
                  <a:schemeClr val="tx2"/>
                </a:solidFill>
              </a:defRPr>
            </a:lvl4pPr>
            <a:lvl5pPr marL="914400" indent="0">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92241"/>
            <a:ext cx="8576637" cy="365760"/>
          </a:xfrm>
          <a:prstGeom prst="rect">
            <a:avLst/>
          </a:prstGeom>
        </p:spPr>
        <p:txBody>
          <a:bodyPr/>
          <a:lstStyle>
            <a:lvl1pPr>
              <a:defRPr>
                <a:solidFill>
                  <a:schemeClr val="tx2"/>
                </a:solidFill>
              </a:defRPr>
            </a:lvl1pPr>
          </a:lstStyle>
          <a:p>
            <a:endParaRPr lang="en-B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92240"/>
            <a:ext cx="1504949" cy="36576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0614990" y="6492241"/>
            <a:ext cx="1043610" cy="36576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34" name="Rectangle 33">
            <a:extLst>
              <a:ext uri="{FF2B5EF4-FFF2-40B4-BE49-F238E27FC236}">
                <a16:creationId xmlns:a16="http://schemas.microsoft.com/office/drawing/2014/main" id="{C0612DD4-C154-5A34-CBE2-09022345DFF5}"/>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5" name="Rectangle 34">
            <a:extLst>
              <a:ext uri="{FF2B5EF4-FFF2-40B4-BE49-F238E27FC236}">
                <a16:creationId xmlns:a16="http://schemas.microsoft.com/office/drawing/2014/main" id="{A245B82D-4F13-20D2-DD25-C26E60C48A92}"/>
              </a:ext>
            </a:extLst>
          </p:cNvPr>
          <p:cNvSpPr/>
          <p:nvPr/>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28207022"/>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3400" y="1016955"/>
            <a:ext cx="8576636" cy="1842020"/>
          </a:xfrm>
          <a:prstGeom prst="rect">
            <a:avLst/>
          </a:prstGeom>
        </p:spPr>
        <p:txBody>
          <a:bodyPr anchor="t">
            <a:noAutofit/>
          </a:bodyPr>
          <a:lstStyle>
            <a:lvl1pPr>
              <a:defRPr sz="7200" cap="all" baseline="0">
                <a:solidFill>
                  <a:schemeClr val="tx2"/>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33400" y="4614992"/>
            <a:ext cx="8576506" cy="1608008"/>
          </a:xfrm>
          <a:prstGeom prst="rect">
            <a:avLst/>
          </a:prstGeom>
        </p:spPr>
        <p:txBody>
          <a:bodyPr>
            <a:noAutofit/>
          </a:bodyPr>
          <a:lstStyle>
            <a:lvl1pPr marL="0" indent="0">
              <a:buNone/>
              <a:defRPr sz="2000" b="1" i="0">
                <a:solidFill>
                  <a:schemeClr val="tx2"/>
                </a:solidFill>
                <a:latin typeface="Arial" panose="020B0604020202020204" pitchFamily="34" charset="0"/>
                <a:cs typeface="Arial" panose="020B0604020202020204" pitchFamily="34" charset="0"/>
              </a:defRPr>
            </a:lvl1pPr>
            <a:lvl2pPr marL="228600" indent="0">
              <a:buNone/>
              <a:defRPr sz="2000" b="1" i="0">
                <a:solidFill>
                  <a:schemeClr val="tx2"/>
                </a:solidFill>
                <a:latin typeface="Arial" panose="020B0604020202020204" pitchFamily="34" charset="0"/>
                <a:cs typeface="Arial" panose="020B0604020202020204" pitchFamily="34" charset="0"/>
              </a:defRPr>
            </a:lvl2pPr>
            <a:lvl3pPr marL="457200" indent="0">
              <a:buNone/>
              <a:defRPr sz="2000" b="1" i="0">
                <a:solidFill>
                  <a:schemeClr val="tx2"/>
                </a:solidFill>
                <a:latin typeface="Arial" panose="020B0604020202020204" pitchFamily="34" charset="0"/>
                <a:cs typeface="Arial" panose="020B0604020202020204" pitchFamily="34" charset="0"/>
              </a:defRPr>
            </a:lvl3pPr>
            <a:lvl4pPr marL="685800" indent="0">
              <a:buNone/>
              <a:defRPr sz="2000" b="1" i="0">
                <a:solidFill>
                  <a:schemeClr val="tx2"/>
                </a:solidFill>
                <a:latin typeface="Arial" panose="020B0604020202020204" pitchFamily="34" charset="0"/>
                <a:cs typeface="Arial" panose="020B0604020202020204" pitchFamily="34" charset="0"/>
              </a:defRPr>
            </a:lvl4pPr>
            <a:lvl5pPr marL="914400" indent="0">
              <a:buNone/>
              <a:defRPr sz="2000" b="1" i="0">
                <a:solidFill>
                  <a:schemeClr val="tx2"/>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533400" y="6492241"/>
            <a:ext cx="8576636" cy="365760"/>
          </a:xfrm>
          <a:prstGeom prst="rect">
            <a:avLst/>
          </a:prstGeom>
        </p:spPr>
        <p:txBody>
          <a:bodyPr/>
          <a:lstStyle>
            <a:lvl1pPr>
              <a:defRPr>
                <a:solidFill>
                  <a:schemeClr val="tx2"/>
                </a:solidFill>
              </a:defRPr>
            </a:lvl1pPr>
          </a:lstStyle>
          <a:p>
            <a:endParaRPr lang="en-B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92240"/>
            <a:ext cx="1891338" cy="365760"/>
          </a:xfrm>
          <a:prstGeom prst="rect">
            <a:avLst/>
          </a:prstGeom>
        </p:spPr>
        <p:txBody>
          <a:bodyPr/>
          <a:lstStyle>
            <a:lvl1pPr>
              <a:defRPr>
                <a:solidFill>
                  <a:schemeClr val="tx2"/>
                </a:solidFill>
              </a:defRPr>
            </a:lvl1p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92241"/>
            <a:ext cx="657226" cy="365760"/>
          </a:xfrm>
          <a:prstGeom prst="rect">
            <a:avLst/>
          </a:prstGeom>
        </p:spPr>
        <p:txBody>
          <a:bodyPr/>
          <a:lstStyle>
            <a:lvl1pPr>
              <a:defRPr>
                <a:solidFill>
                  <a:schemeClr val="tx2"/>
                </a:solidFill>
              </a:defRPr>
            </a:lvl1pPr>
          </a:lstStyle>
          <a:p>
            <a:fld id="{BCE029FE-F639-334E-9D24-17DC5C3F3244}" type="slidenum">
              <a:rPr lang="en-BR" smtClean="0"/>
              <a:t>‹#›</a:t>
            </a:fld>
            <a:endParaRPr lang="en-BR"/>
          </a:p>
        </p:txBody>
      </p:sp>
      <p:sp>
        <p:nvSpPr>
          <p:cNvPr id="58" name="Rectangle 57">
            <a:extLst>
              <a:ext uri="{FF2B5EF4-FFF2-40B4-BE49-F238E27FC236}">
                <a16:creationId xmlns:a16="http://schemas.microsoft.com/office/drawing/2014/main" id="{C0E45243-34A7-09D9-589C-A28D8FB592BD}"/>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377B2CF5-DB49-E6FB-F72A-24AA38988AEC}"/>
              </a:ext>
            </a:extLst>
          </p:cNvPr>
          <p:cNvSpPr/>
          <p:nvPr/>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00950421"/>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533398" y="1016955"/>
            <a:ext cx="11125201" cy="746759"/>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533398" y="1748474"/>
            <a:ext cx="11125202" cy="472852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533399" y="6476998"/>
            <a:ext cx="8576637" cy="381003"/>
          </a:xfrm>
          <a:prstGeom prst="rect">
            <a:avLst/>
          </a:prstGeom>
        </p:spPr>
        <p:txBody>
          <a:bodyPr vert="horz" lIns="91440" tIns="45720" rIns="91440" bIns="45720" rtlCol="0" anchor="ctr"/>
          <a:lstStyle>
            <a:lvl1pPr algn="l" rtl="0">
              <a:defRPr sz="800">
                <a:solidFill>
                  <a:schemeClr val="tx2"/>
                </a:solidFill>
                <a:latin typeface="+mn-lt"/>
                <a:cs typeface="Arial" panose="020B0604020202020204" pitchFamily="34" charset="0"/>
              </a:defRPr>
            </a:lvl1pPr>
          </a:lstStyle>
          <a:p>
            <a:endParaRPr lang="en-B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110036" y="6476998"/>
            <a:ext cx="1885951" cy="381003"/>
          </a:xfrm>
          <a:prstGeom prst="rect">
            <a:avLst/>
          </a:prstGeom>
        </p:spPr>
        <p:txBody>
          <a:bodyPr vert="horz" lIns="91440" tIns="45720" rIns="91440" bIns="45720" rtlCol="0" anchor="ctr"/>
          <a:lstStyle>
            <a:lvl1pPr algn="r" rtl="0">
              <a:defRPr sz="800">
                <a:solidFill>
                  <a:schemeClr val="tx2"/>
                </a:solidFill>
                <a:latin typeface="+mn-lt"/>
                <a:cs typeface="Arial" panose="020B0604020202020204" pitchFamily="34" charset="0"/>
              </a:defRPr>
            </a:lvl1pPr>
          </a:lstStyle>
          <a:p>
            <a:fld id="{66FC94CE-0CDF-F649-8883-650C82992423}" type="datetimeFigureOut">
              <a:rPr lang="en-BR" smtClean="0"/>
              <a:t>07/10/26</a:t>
            </a:fld>
            <a:endParaRPr lang="en-B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1379" y="6476998"/>
            <a:ext cx="657221" cy="381003"/>
          </a:xfrm>
          <a:prstGeom prst="rect">
            <a:avLst/>
          </a:prstGeom>
        </p:spPr>
        <p:txBody>
          <a:bodyPr vert="horz" lIns="91440" tIns="45720" rIns="91440" bIns="45720" rtlCol="0" anchor="ctr"/>
          <a:lstStyle>
            <a:lvl1pPr algn="r" rtl="0">
              <a:defRPr sz="800">
                <a:solidFill>
                  <a:schemeClr val="tx2"/>
                </a:solidFill>
                <a:latin typeface="+mn-lt"/>
                <a:cs typeface="Arial" panose="020B0604020202020204" pitchFamily="34" charset="0"/>
              </a:defRPr>
            </a:lvl1pPr>
          </a:lstStyle>
          <a:p>
            <a:fld id="{BCE029FE-F639-334E-9D24-17DC5C3F3244}" type="slidenum">
              <a:rPr lang="en-BR" smtClean="0"/>
              <a:t>‹#›</a:t>
            </a:fld>
            <a:endParaRPr lang="en-BR"/>
          </a:p>
        </p:txBody>
      </p:sp>
    </p:spTree>
    <p:extLst>
      <p:ext uri="{BB962C8B-B14F-4D97-AF65-F5344CB8AC3E}">
        <p14:creationId xmlns:p14="http://schemas.microsoft.com/office/powerpoint/2010/main" val="4362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algn="l" defTabSz="914400" rtl="0" eaLnBrk="1" latinLnBrk="0" hangingPunct="1">
        <a:lnSpc>
          <a:spcPct val="80000"/>
        </a:lnSpc>
        <a:spcBef>
          <a:spcPct val="0"/>
        </a:spcBef>
        <a:buNone/>
        <a:defRPr sz="3600" b="0" kern="1200" spc="0" baseline="0">
          <a:solidFill>
            <a:schemeClr val="tx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2"/>
          </a:solidFill>
          <a:latin typeface="+mn-lt"/>
          <a:ea typeface="+mn-ea"/>
          <a:cs typeface="Arial" panose="020B0604020202020204" pitchFamily="34" charset="0"/>
        </a:defRPr>
      </a:lvl1pPr>
      <a:lvl2pPr marL="4572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2pPr>
      <a:lvl3pPr marL="6858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3pPr>
      <a:lvl4pPr marL="9144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0" orient="horz" pos="2160">
          <p15:clr>
            <a:srgbClr val="F26B43"/>
          </p15:clr>
        </p15:guide>
        <p15:guide id="31" pos="3840">
          <p15:clr>
            <a:srgbClr val="F26B43"/>
          </p15:clr>
        </p15:guide>
        <p15:guide id="32" pos="336">
          <p15:clr>
            <a:srgbClr val="F26B43"/>
          </p15:clr>
        </p15:guide>
        <p15:guide id="33" pos="7344">
          <p15:clr>
            <a:srgbClr val="F26B43"/>
          </p15:clr>
        </p15:guide>
        <p15:guide id="34" orient="horz" pos="4080">
          <p15:clr>
            <a:srgbClr val="F26B43"/>
          </p15:clr>
        </p15:guide>
        <p15:guide id="35" orient="horz" pos="1344">
          <p15:clr>
            <a:srgbClr val="F26B43"/>
          </p15:clr>
        </p15:guide>
        <p15:guide id="36" orient="horz" pos="388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42739-DBF7-46B3-ADFE-B179B7158D04}"/>
              </a:ext>
            </a:extLst>
          </p:cNvPr>
          <p:cNvSpPr>
            <a:spLocks noGrp="1"/>
          </p:cNvSpPr>
          <p:nvPr>
            <p:ph type="ctrTitle"/>
          </p:nvPr>
        </p:nvSpPr>
        <p:spPr/>
        <p:txBody>
          <a:bodyPr/>
          <a:lstStyle/>
          <a:p>
            <a:r>
              <a:rPr lang="en-US" b="1" dirty="0">
                <a:solidFill>
                  <a:srgbClr val="F8FAFC"/>
                </a:solidFill>
                <a:latin typeface="Aptos Display" pitchFamily="34" charset="0"/>
                <a:ea typeface="Aptos Display" pitchFamily="34" charset="-122"/>
                <a:cs typeface="Aptos Display" pitchFamily="34" charset="-120"/>
              </a:rPr>
              <a:t>KMS Dataset Knowledge Graph</a:t>
            </a:r>
            <a:br>
              <a:rPr lang="en-US" dirty="0"/>
            </a:br>
            <a:endParaRPr lang="en-BR" dirty="0"/>
          </a:p>
        </p:txBody>
      </p:sp>
      <p:sp>
        <p:nvSpPr>
          <p:cNvPr id="3" name="Subtitle 2">
            <a:extLst>
              <a:ext uri="{FF2B5EF4-FFF2-40B4-BE49-F238E27FC236}">
                <a16:creationId xmlns:a16="http://schemas.microsoft.com/office/drawing/2014/main" id="{91F71F67-FD99-CCD4-422C-A2FAE1398A72}"/>
              </a:ext>
            </a:extLst>
          </p:cNvPr>
          <p:cNvSpPr>
            <a:spLocks noGrp="1"/>
          </p:cNvSpPr>
          <p:nvPr>
            <p:ph type="subTitle" idx="1"/>
          </p:nvPr>
        </p:nvSpPr>
        <p:spPr/>
        <p:txBody>
          <a:bodyPr/>
          <a:lstStyle/>
          <a:p>
            <a:pPr algn="r"/>
            <a:r>
              <a:rPr lang="en-BR" dirty="0"/>
              <a:t>Nilzelly Caroline Martins da Silva</a:t>
            </a:r>
          </a:p>
        </p:txBody>
      </p:sp>
    </p:spTree>
    <p:extLst>
      <p:ext uri="{BB962C8B-B14F-4D97-AF65-F5344CB8AC3E}">
        <p14:creationId xmlns:p14="http://schemas.microsoft.com/office/powerpoint/2010/main" val="1019809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E6083-ACC0-3D24-9426-17C58EF20E26}"/>
              </a:ext>
            </a:extLst>
          </p:cNvPr>
          <p:cNvSpPr>
            <a:spLocks noGrp="1"/>
          </p:cNvSpPr>
          <p:nvPr>
            <p:ph type="title"/>
          </p:nvPr>
        </p:nvSpPr>
        <p:spPr/>
        <p:txBody>
          <a:bodyPr/>
          <a:lstStyle/>
          <a:p>
            <a:r>
              <a:rPr lang="en-BR" dirty="0"/>
              <a:t>Introduction</a:t>
            </a:r>
          </a:p>
        </p:txBody>
      </p:sp>
      <p:sp>
        <p:nvSpPr>
          <p:cNvPr id="3" name="Content Placeholder 2">
            <a:extLst>
              <a:ext uri="{FF2B5EF4-FFF2-40B4-BE49-F238E27FC236}">
                <a16:creationId xmlns:a16="http://schemas.microsoft.com/office/drawing/2014/main" id="{8442B7AB-1145-BB82-4CA8-F374E52E0611}"/>
              </a:ext>
            </a:extLst>
          </p:cNvPr>
          <p:cNvSpPr>
            <a:spLocks noGrp="1"/>
          </p:cNvSpPr>
          <p:nvPr>
            <p:ph idx="1"/>
          </p:nvPr>
        </p:nvSpPr>
        <p:spPr>
          <a:xfrm>
            <a:off x="533398" y="1763714"/>
            <a:ext cx="11125202" cy="4728524"/>
          </a:xfrm>
        </p:spPr>
        <p:txBody>
          <a:bodyPr/>
          <a:lstStyle/>
          <a:p>
            <a:r>
              <a:rPr lang="en-US" sz="2400" dirty="0"/>
              <a:t>This presentation shows how I turned the GitHub CSV dataset into a small knowledge graph, checked the import and used Cypher queries to understand the study </a:t>
            </a:r>
            <a:r>
              <a:rPr lang="en-US" sz="2400" dirty="0" err="1"/>
              <a:t>programmes</a:t>
            </a:r>
            <a:r>
              <a:rPr lang="en-US" sz="2400" dirty="0"/>
              <a:t>.</a:t>
            </a:r>
          </a:p>
          <a:p>
            <a:r>
              <a:rPr lang="en-US" sz="2400" dirty="0"/>
              <a:t>The goal was not only to import CSV files, but to make the relationships visible and </a:t>
            </a:r>
            <a:r>
              <a:rPr lang="en-US" sz="2400" dirty="0" err="1"/>
              <a:t>queryable</a:t>
            </a:r>
            <a:r>
              <a:rPr lang="en-US" sz="2400" dirty="0"/>
              <a:t>.</a:t>
            </a:r>
          </a:p>
          <a:p>
            <a:endParaRPr lang="en-US" dirty="0">
              <a:solidFill>
                <a:schemeClr val="tx1"/>
              </a:solidFill>
            </a:endParaRPr>
          </a:p>
          <a:p>
            <a:endParaRPr lang="en-BR" dirty="0"/>
          </a:p>
        </p:txBody>
      </p:sp>
    </p:spTree>
    <p:extLst>
      <p:ext uri="{BB962C8B-B14F-4D97-AF65-F5344CB8AC3E}">
        <p14:creationId xmlns:p14="http://schemas.microsoft.com/office/powerpoint/2010/main" val="481332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FFDFC-F4DB-8DD0-03A9-CA6747F370B8}"/>
              </a:ext>
            </a:extLst>
          </p:cNvPr>
          <p:cNvSpPr>
            <a:spLocks noGrp="1"/>
          </p:cNvSpPr>
          <p:nvPr>
            <p:ph type="title"/>
          </p:nvPr>
        </p:nvSpPr>
        <p:spPr/>
        <p:txBody>
          <a:bodyPr>
            <a:normAutofit/>
          </a:bodyPr>
          <a:lstStyle/>
          <a:p>
            <a:r>
              <a:rPr lang="en-BR" sz="3200" dirty="0"/>
              <a:t>objectives</a:t>
            </a:r>
          </a:p>
        </p:txBody>
      </p:sp>
      <p:sp>
        <p:nvSpPr>
          <p:cNvPr id="3" name="Content Placeholder 2">
            <a:extLst>
              <a:ext uri="{FF2B5EF4-FFF2-40B4-BE49-F238E27FC236}">
                <a16:creationId xmlns:a16="http://schemas.microsoft.com/office/drawing/2014/main" id="{55C040E2-12CD-1D8F-B478-104F1BB36FD1}"/>
              </a:ext>
            </a:extLst>
          </p:cNvPr>
          <p:cNvSpPr>
            <a:spLocks noGrp="1"/>
          </p:cNvSpPr>
          <p:nvPr>
            <p:ph idx="1"/>
          </p:nvPr>
        </p:nvSpPr>
        <p:spPr>
          <a:xfrm>
            <a:off x="533398" y="1748474"/>
            <a:ext cx="4966065" cy="4728524"/>
          </a:xfrm>
        </p:spPr>
        <p:txBody>
          <a:bodyPr/>
          <a:lstStyle/>
          <a:p>
            <a:r>
              <a:rPr lang="en-US" sz="2000" dirty="0"/>
              <a:t>Explore the dataset from the GitHub repository.</a:t>
            </a:r>
          </a:p>
          <a:p>
            <a:r>
              <a:rPr lang="en-US" sz="2000" dirty="0"/>
              <a:t>Build a graph schema from the node and edge CSV files.</a:t>
            </a:r>
          </a:p>
          <a:p>
            <a:r>
              <a:rPr lang="en-US" sz="2000" dirty="0"/>
              <a:t>Import the graph into Neo4j </a:t>
            </a:r>
            <a:r>
              <a:rPr lang="en-US" sz="2000" dirty="0" err="1"/>
              <a:t>AuraDB</a:t>
            </a:r>
            <a:r>
              <a:rPr lang="en-US" sz="2000" dirty="0"/>
              <a:t> Free.</a:t>
            </a:r>
          </a:p>
          <a:p>
            <a:r>
              <a:rPr lang="en-US" sz="2000" dirty="0"/>
              <a:t>Run Cypher queries and explain what the results mean.</a:t>
            </a:r>
          </a:p>
          <a:p>
            <a:endParaRPr lang="en-US" dirty="0"/>
          </a:p>
          <a:p>
            <a:endParaRPr lang="en-US" dirty="0"/>
          </a:p>
          <a:p>
            <a:endParaRPr lang="en-US" dirty="0"/>
          </a:p>
          <a:p>
            <a:endParaRPr lang="en-BR" dirty="0"/>
          </a:p>
        </p:txBody>
      </p:sp>
      <p:sp>
        <p:nvSpPr>
          <p:cNvPr id="5" name="Content Placeholder 2">
            <a:extLst>
              <a:ext uri="{FF2B5EF4-FFF2-40B4-BE49-F238E27FC236}">
                <a16:creationId xmlns:a16="http://schemas.microsoft.com/office/drawing/2014/main" id="{C059FA1B-C730-4C1F-653E-026BFF2320E8}"/>
              </a:ext>
            </a:extLst>
          </p:cNvPr>
          <p:cNvSpPr txBox="1">
            <a:spLocks/>
          </p:cNvSpPr>
          <p:nvPr/>
        </p:nvSpPr>
        <p:spPr>
          <a:xfrm>
            <a:off x="5860240" y="1016955"/>
            <a:ext cx="5624004" cy="47285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2"/>
                </a:solidFill>
                <a:latin typeface="+mn-lt"/>
                <a:ea typeface="+mn-ea"/>
                <a:cs typeface="Arial" panose="020B0604020202020204" pitchFamily="34" charset="0"/>
              </a:defRPr>
            </a:lvl1pPr>
            <a:lvl2pPr marL="4572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2pPr>
            <a:lvl3pPr marL="6858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3pPr>
            <a:lvl4pPr marL="9144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80000"/>
              </a:lnSpc>
              <a:spcBef>
                <a:spcPct val="0"/>
              </a:spcBef>
              <a:buNone/>
            </a:pPr>
            <a:r>
              <a:rPr lang="en-US" sz="3200" cap="all" dirty="0">
                <a:latin typeface="+mj-lt"/>
                <a:ea typeface="+mj-ea"/>
              </a:rPr>
              <a:t>Why is a knowledge graph important?</a:t>
            </a:r>
          </a:p>
          <a:p>
            <a:pPr marL="0" indent="0">
              <a:buNone/>
            </a:pPr>
            <a:endParaRPr lang="en-US" sz="2000" dirty="0">
              <a:solidFill>
                <a:schemeClr val="tx1"/>
              </a:solidFill>
            </a:endParaRPr>
          </a:p>
          <a:p>
            <a:pPr marL="0" indent="0">
              <a:buNone/>
            </a:pPr>
            <a:r>
              <a:rPr lang="en-US" sz="2000" dirty="0"/>
              <a:t>The dataset is about connections: </a:t>
            </a:r>
            <a:r>
              <a:rPr lang="en-US" sz="2000" dirty="0" err="1"/>
              <a:t>programmes</a:t>
            </a:r>
            <a:r>
              <a:rPr lang="en-US" sz="2000" dirty="0"/>
              <a:t> have courses, courses have topics and courses also have learning outcomes. Neo4j lets us follow those links directly instead of trying to piece them together manually from separate tables.</a:t>
            </a:r>
          </a:p>
          <a:p>
            <a:pPr marL="0" indent="0">
              <a:buNone/>
            </a:pPr>
            <a:endParaRPr lang="en-US" dirty="0"/>
          </a:p>
          <a:p>
            <a:endParaRPr lang="en-US" dirty="0"/>
          </a:p>
          <a:p>
            <a:endParaRPr lang="en-US" dirty="0"/>
          </a:p>
          <a:p>
            <a:endParaRPr lang="en-BR" dirty="0"/>
          </a:p>
        </p:txBody>
      </p:sp>
    </p:spTree>
    <p:extLst>
      <p:ext uri="{BB962C8B-B14F-4D97-AF65-F5344CB8AC3E}">
        <p14:creationId xmlns:p14="http://schemas.microsoft.com/office/powerpoint/2010/main" val="2979700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A149F-CA2F-89DB-04D9-94761D5EA05A}"/>
              </a:ext>
            </a:extLst>
          </p:cNvPr>
          <p:cNvSpPr>
            <a:spLocks noGrp="1"/>
          </p:cNvSpPr>
          <p:nvPr>
            <p:ph type="title"/>
          </p:nvPr>
        </p:nvSpPr>
        <p:spPr/>
        <p:txBody>
          <a:bodyPr/>
          <a:lstStyle/>
          <a:p>
            <a:r>
              <a:rPr lang="en-BR" dirty="0"/>
              <a:t>Dataset and maping idea</a:t>
            </a:r>
          </a:p>
        </p:txBody>
      </p:sp>
      <p:sp>
        <p:nvSpPr>
          <p:cNvPr id="29" name="Text 3">
            <a:extLst>
              <a:ext uri="{FF2B5EF4-FFF2-40B4-BE49-F238E27FC236}">
                <a16:creationId xmlns:a16="http://schemas.microsoft.com/office/drawing/2014/main" id="{4464A85D-7FA3-99B0-B1CC-86872DD4B485}"/>
              </a:ext>
            </a:extLst>
          </p:cNvPr>
          <p:cNvSpPr/>
          <p:nvPr/>
        </p:nvSpPr>
        <p:spPr>
          <a:xfrm>
            <a:off x="674898" y="1967234"/>
            <a:ext cx="2560320" cy="320040"/>
          </a:xfrm>
          <a:prstGeom prst="rect">
            <a:avLst/>
          </a:prstGeom>
          <a:noFill/>
          <a:ln/>
        </p:spPr>
        <p:txBody>
          <a:bodyPr wrap="square" lIns="0" tIns="0" rIns="0" bIns="0" rtlCol="0" anchor="ctr"/>
          <a:lstStyle/>
          <a:p>
            <a:pPr marL="0" indent="0">
              <a:buNone/>
            </a:pPr>
            <a:r>
              <a:rPr lang="en-US" sz="2200" b="1" dirty="0">
                <a:solidFill>
                  <a:schemeClr val="tx2"/>
                </a:solidFill>
              </a:rPr>
              <a:t>Node files</a:t>
            </a:r>
            <a:endParaRPr lang="en-US" sz="2200" dirty="0">
              <a:solidFill>
                <a:schemeClr val="tx2"/>
              </a:solidFill>
            </a:endParaRPr>
          </a:p>
        </p:txBody>
      </p:sp>
      <p:sp>
        <p:nvSpPr>
          <p:cNvPr id="30" name="Text 4">
            <a:extLst>
              <a:ext uri="{FF2B5EF4-FFF2-40B4-BE49-F238E27FC236}">
                <a16:creationId xmlns:a16="http://schemas.microsoft.com/office/drawing/2014/main" id="{FB540208-A225-C4FE-300F-CF4EB82F332E}"/>
              </a:ext>
            </a:extLst>
          </p:cNvPr>
          <p:cNvSpPr/>
          <p:nvPr/>
        </p:nvSpPr>
        <p:spPr>
          <a:xfrm>
            <a:off x="674898" y="2470901"/>
            <a:ext cx="315468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nodes_study_programs.csv</a:t>
            </a:r>
          </a:p>
        </p:txBody>
      </p:sp>
      <p:sp>
        <p:nvSpPr>
          <p:cNvPr id="31" name="Text 5">
            <a:extLst>
              <a:ext uri="{FF2B5EF4-FFF2-40B4-BE49-F238E27FC236}">
                <a16:creationId xmlns:a16="http://schemas.microsoft.com/office/drawing/2014/main" id="{6E27FF2B-32B1-2DA2-B25B-D4857108689F}"/>
              </a:ext>
            </a:extLst>
          </p:cNvPr>
          <p:cNvSpPr/>
          <p:nvPr/>
        </p:nvSpPr>
        <p:spPr>
          <a:xfrm>
            <a:off x="3902730" y="2470901"/>
            <a:ext cx="210312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StudyProgram</a:t>
            </a:r>
            <a:endParaRPr lang="en-US" sz="1600" dirty="0">
              <a:solidFill>
                <a:schemeClr val="tx1">
                  <a:lumMod val="50000"/>
                  <a:lumOff val="50000"/>
                </a:schemeClr>
              </a:solidFill>
            </a:endParaRPr>
          </a:p>
        </p:txBody>
      </p:sp>
      <p:sp>
        <p:nvSpPr>
          <p:cNvPr id="32" name="Text 6">
            <a:extLst>
              <a:ext uri="{FF2B5EF4-FFF2-40B4-BE49-F238E27FC236}">
                <a16:creationId xmlns:a16="http://schemas.microsoft.com/office/drawing/2014/main" id="{120E5A3B-4764-13DF-8F4C-3030ECC9B21A}"/>
              </a:ext>
            </a:extLst>
          </p:cNvPr>
          <p:cNvSpPr/>
          <p:nvPr/>
        </p:nvSpPr>
        <p:spPr>
          <a:xfrm>
            <a:off x="674898" y="2909813"/>
            <a:ext cx="315468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nodes_study_courses.csv</a:t>
            </a:r>
          </a:p>
        </p:txBody>
      </p:sp>
      <p:sp>
        <p:nvSpPr>
          <p:cNvPr id="33" name="Text 7">
            <a:extLst>
              <a:ext uri="{FF2B5EF4-FFF2-40B4-BE49-F238E27FC236}">
                <a16:creationId xmlns:a16="http://schemas.microsoft.com/office/drawing/2014/main" id="{816B1EFC-AA89-733C-7A06-737A5CF52558}"/>
              </a:ext>
            </a:extLst>
          </p:cNvPr>
          <p:cNvSpPr/>
          <p:nvPr/>
        </p:nvSpPr>
        <p:spPr>
          <a:xfrm>
            <a:off x="3902730" y="2909813"/>
            <a:ext cx="210312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Course</a:t>
            </a:r>
            <a:endParaRPr lang="en-US" sz="1600" dirty="0">
              <a:solidFill>
                <a:schemeClr val="tx1">
                  <a:lumMod val="50000"/>
                  <a:lumOff val="50000"/>
                </a:schemeClr>
              </a:solidFill>
            </a:endParaRPr>
          </a:p>
        </p:txBody>
      </p:sp>
      <p:sp>
        <p:nvSpPr>
          <p:cNvPr id="34" name="Text 8">
            <a:extLst>
              <a:ext uri="{FF2B5EF4-FFF2-40B4-BE49-F238E27FC236}">
                <a16:creationId xmlns:a16="http://schemas.microsoft.com/office/drawing/2014/main" id="{2B7814DA-0AE4-8488-3CF1-0BDB4AF254AE}"/>
              </a:ext>
            </a:extLst>
          </p:cNvPr>
          <p:cNvSpPr/>
          <p:nvPr/>
        </p:nvSpPr>
        <p:spPr>
          <a:xfrm>
            <a:off x="674898" y="3348725"/>
            <a:ext cx="315468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nodes_course_topics.csv</a:t>
            </a:r>
          </a:p>
        </p:txBody>
      </p:sp>
      <p:sp>
        <p:nvSpPr>
          <p:cNvPr id="35" name="Text 9">
            <a:extLst>
              <a:ext uri="{FF2B5EF4-FFF2-40B4-BE49-F238E27FC236}">
                <a16:creationId xmlns:a16="http://schemas.microsoft.com/office/drawing/2014/main" id="{F98023D6-6E05-96D4-2DD7-3E4F94D77CFB}"/>
              </a:ext>
            </a:extLst>
          </p:cNvPr>
          <p:cNvSpPr/>
          <p:nvPr/>
        </p:nvSpPr>
        <p:spPr>
          <a:xfrm>
            <a:off x="3902730" y="3348725"/>
            <a:ext cx="210312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Topic</a:t>
            </a:r>
            <a:endParaRPr lang="en-US" sz="1600" dirty="0">
              <a:solidFill>
                <a:schemeClr val="tx1">
                  <a:lumMod val="50000"/>
                  <a:lumOff val="50000"/>
                </a:schemeClr>
              </a:solidFill>
            </a:endParaRPr>
          </a:p>
        </p:txBody>
      </p:sp>
      <p:sp>
        <p:nvSpPr>
          <p:cNvPr id="36" name="Text 10">
            <a:extLst>
              <a:ext uri="{FF2B5EF4-FFF2-40B4-BE49-F238E27FC236}">
                <a16:creationId xmlns:a16="http://schemas.microsoft.com/office/drawing/2014/main" id="{8FF4119E-080B-9107-95C1-EA3B557CA83F}"/>
              </a:ext>
            </a:extLst>
          </p:cNvPr>
          <p:cNvSpPr/>
          <p:nvPr/>
        </p:nvSpPr>
        <p:spPr>
          <a:xfrm>
            <a:off x="674898" y="3905016"/>
            <a:ext cx="315468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nodes_learning_outcomes.csv</a:t>
            </a:r>
          </a:p>
        </p:txBody>
      </p:sp>
      <p:sp>
        <p:nvSpPr>
          <p:cNvPr id="37" name="Text 11">
            <a:extLst>
              <a:ext uri="{FF2B5EF4-FFF2-40B4-BE49-F238E27FC236}">
                <a16:creationId xmlns:a16="http://schemas.microsoft.com/office/drawing/2014/main" id="{3FEEDA69-F1D4-82CF-90A3-54D176C10015}"/>
              </a:ext>
            </a:extLst>
          </p:cNvPr>
          <p:cNvSpPr/>
          <p:nvPr/>
        </p:nvSpPr>
        <p:spPr>
          <a:xfrm>
            <a:off x="3902730" y="3787637"/>
            <a:ext cx="210312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LearningOutcome</a:t>
            </a:r>
            <a:endParaRPr lang="en-US" sz="1600" dirty="0">
              <a:solidFill>
                <a:schemeClr val="tx1">
                  <a:lumMod val="50000"/>
                  <a:lumOff val="50000"/>
                </a:schemeClr>
              </a:solidFill>
            </a:endParaRPr>
          </a:p>
        </p:txBody>
      </p:sp>
      <p:sp>
        <p:nvSpPr>
          <p:cNvPr id="38" name="Text 12">
            <a:extLst>
              <a:ext uri="{FF2B5EF4-FFF2-40B4-BE49-F238E27FC236}">
                <a16:creationId xmlns:a16="http://schemas.microsoft.com/office/drawing/2014/main" id="{376A45D0-A5AE-291F-23D3-A668740C165D}"/>
              </a:ext>
            </a:extLst>
          </p:cNvPr>
          <p:cNvSpPr/>
          <p:nvPr/>
        </p:nvSpPr>
        <p:spPr>
          <a:xfrm>
            <a:off x="674898" y="4427717"/>
            <a:ext cx="315468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nodes_study_fields.csv</a:t>
            </a:r>
          </a:p>
        </p:txBody>
      </p:sp>
      <p:sp>
        <p:nvSpPr>
          <p:cNvPr id="39" name="Text 13">
            <a:extLst>
              <a:ext uri="{FF2B5EF4-FFF2-40B4-BE49-F238E27FC236}">
                <a16:creationId xmlns:a16="http://schemas.microsoft.com/office/drawing/2014/main" id="{DEA29952-41B7-1C22-57CD-D9DABB41FF53}"/>
              </a:ext>
            </a:extLst>
          </p:cNvPr>
          <p:cNvSpPr/>
          <p:nvPr/>
        </p:nvSpPr>
        <p:spPr>
          <a:xfrm>
            <a:off x="3902730" y="4226549"/>
            <a:ext cx="210312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StudyField</a:t>
            </a:r>
            <a:endParaRPr lang="en-US" sz="1600" dirty="0">
              <a:solidFill>
                <a:schemeClr val="tx1">
                  <a:lumMod val="50000"/>
                  <a:lumOff val="50000"/>
                </a:schemeClr>
              </a:solidFill>
            </a:endParaRPr>
          </a:p>
        </p:txBody>
      </p:sp>
      <p:sp>
        <p:nvSpPr>
          <p:cNvPr id="40" name="Text 14">
            <a:extLst>
              <a:ext uri="{FF2B5EF4-FFF2-40B4-BE49-F238E27FC236}">
                <a16:creationId xmlns:a16="http://schemas.microsoft.com/office/drawing/2014/main" id="{94248CAB-B984-0A30-2D0A-B0263C53C176}"/>
              </a:ext>
            </a:extLst>
          </p:cNvPr>
          <p:cNvSpPr/>
          <p:nvPr/>
        </p:nvSpPr>
        <p:spPr>
          <a:xfrm>
            <a:off x="6371610" y="1964141"/>
            <a:ext cx="3200400" cy="320040"/>
          </a:xfrm>
          <a:prstGeom prst="rect">
            <a:avLst/>
          </a:prstGeom>
          <a:noFill/>
          <a:ln/>
        </p:spPr>
        <p:txBody>
          <a:bodyPr wrap="square" lIns="0" tIns="0" rIns="0" bIns="0" rtlCol="0" anchor="ctr"/>
          <a:lstStyle/>
          <a:p>
            <a:pPr marL="0" indent="0">
              <a:buNone/>
            </a:pPr>
            <a:r>
              <a:rPr lang="en-US" sz="2200" b="1" dirty="0">
                <a:solidFill>
                  <a:schemeClr val="tx2"/>
                </a:solidFill>
              </a:rPr>
              <a:t>Relationship files</a:t>
            </a:r>
            <a:endParaRPr lang="en-US" sz="2200" dirty="0">
              <a:solidFill>
                <a:schemeClr val="tx2"/>
              </a:solidFill>
            </a:endParaRPr>
          </a:p>
        </p:txBody>
      </p:sp>
      <p:sp>
        <p:nvSpPr>
          <p:cNvPr id="41" name="Text 15">
            <a:extLst>
              <a:ext uri="{FF2B5EF4-FFF2-40B4-BE49-F238E27FC236}">
                <a16:creationId xmlns:a16="http://schemas.microsoft.com/office/drawing/2014/main" id="{F268F991-4DF8-1358-1B3E-A0CDD157AA42}"/>
              </a:ext>
            </a:extLst>
          </p:cNvPr>
          <p:cNvSpPr/>
          <p:nvPr/>
        </p:nvSpPr>
        <p:spPr>
          <a:xfrm>
            <a:off x="6371610" y="2470901"/>
            <a:ext cx="288036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program+course.csv</a:t>
            </a:r>
          </a:p>
        </p:txBody>
      </p:sp>
      <p:sp>
        <p:nvSpPr>
          <p:cNvPr id="42" name="Text 16">
            <a:extLst>
              <a:ext uri="{FF2B5EF4-FFF2-40B4-BE49-F238E27FC236}">
                <a16:creationId xmlns:a16="http://schemas.microsoft.com/office/drawing/2014/main" id="{FC940F26-8327-267A-C638-0EF472797824}"/>
              </a:ext>
            </a:extLst>
          </p:cNvPr>
          <p:cNvSpPr/>
          <p:nvPr/>
        </p:nvSpPr>
        <p:spPr>
          <a:xfrm>
            <a:off x="9617730" y="2470901"/>
            <a:ext cx="219456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HAS_COURSE</a:t>
            </a:r>
            <a:endParaRPr lang="en-US" sz="1600" dirty="0">
              <a:solidFill>
                <a:schemeClr val="tx1">
                  <a:lumMod val="50000"/>
                  <a:lumOff val="50000"/>
                </a:schemeClr>
              </a:solidFill>
            </a:endParaRPr>
          </a:p>
        </p:txBody>
      </p:sp>
      <p:sp>
        <p:nvSpPr>
          <p:cNvPr id="43" name="Text 17">
            <a:extLst>
              <a:ext uri="{FF2B5EF4-FFF2-40B4-BE49-F238E27FC236}">
                <a16:creationId xmlns:a16="http://schemas.microsoft.com/office/drawing/2014/main" id="{0280FE13-145C-E6DF-4E52-92602D7A6F77}"/>
              </a:ext>
            </a:extLst>
          </p:cNvPr>
          <p:cNvSpPr/>
          <p:nvPr/>
        </p:nvSpPr>
        <p:spPr>
          <a:xfrm>
            <a:off x="6371610" y="2909813"/>
            <a:ext cx="288036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program+study_field.csv</a:t>
            </a:r>
          </a:p>
        </p:txBody>
      </p:sp>
      <p:sp>
        <p:nvSpPr>
          <p:cNvPr id="44" name="Text 18">
            <a:extLst>
              <a:ext uri="{FF2B5EF4-FFF2-40B4-BE49-F238E27FC236}">
                <a16:creationId xmlns:a16="http://schemas.microsoft.com/office/drawing/2014/main" id="{CEE96C8A-BA86-14AC-4CEA-F25C53C3D304}"/>
              </a:ext>
            </a:extLst>
          </p:cNvPr>
          <p:cNvSpPr/>
          <p:nvPr/>
        </p:nvSpPr>
        <p:spPr>
          <a:xfrm>
            <a:off x="9617730" y="2909813"/>
            <a:ext cx="219456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HAS_STUDY_FIELD</a:t>
            </a:r>
            <a:endParaRPr lang="en-US" sz="1600" dirty="0">
              <a:solidFill>
                <a:schemeClr val="tx1">
                  <a:lumMod val="50000"/>
                  <a:lumOff val="50000"/>
                </a:schemeClr>
              </a:solidFill>
            </a:endParaRPr>
          </a:p>
        </p:txBody>
      </p:sp>
      <p:sp>
        <p:nvSpPr>
          <p:cNvPr id="45" name="Text 19">
            <a:extLst>
              <a:ext uri="{FF2B5EF4-FFF2-40B4-BE49-F238E27FC236}">
                <a16:creationId xmlns:a16="http://schemas.microsoft.com/office/drawing/2014/main" id="{7FE0ECD4-5177-9A8C-1374-B185CA1438E8}"/>
              </a:ext>
            </a:extLst>
          </p:cNvPr>
          <p:cNvSpPr/>
          <p:nvPr/>
        </p:nvSpPr>
        <p:spPr>
          <a:xfrm>
            <a:off x="6371610" y="3348725"/>
            <a:ext cx="288036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course+topic.csv</a:t>
            </a:r>
          </a:p>
        </p:txBody>
      </p:sp>
      <p:sp>
        <p:nvSpPr>
          <p:cNvPr id="46" name="Text 20">
            <a:extLst>
              <a:ext uri="{FF2B5EF4-FFF2-40B4-BE49-F238E27FC236}">
                <a16:creationId xmlns:a16="http://schemas.microsoft.com/office/drawing/2014/main" id="{A2F4437B-6942-8A85-0E15-254F59303016}"/>
              </a:ext>
            </a:extLst>
          </p:cNvPr>
          <p:cNvSpPr/>
          <p:nvPr/>
        </p:nvSpPr>
        <p:spPr>
          <a:xfrm>
            <a:off x="9617730" y="3348725"/>
            <a:ext cx="219456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HAS_TOPIC</a:t>
            </a:r>
            <a:endParaRPr lang="en-US" sz="1600" dirty="0">
              <a:solidFill>
                <a:schemeClr val="tx1">
                  <a:lumMod val="50000"/>
                  <a:lumOff val="50000"/>
                </a:schemeClr>
              </a:solidFill>
            </a:endParaRPr>
          </a:p>
        </p:txBody>
      </p:sp>
      <p:sp>
        <p:nvSpPr>
          <p:cNvPr id="47" name="Text 21">
            <a:extLst>
              <a:ext uri="{FF2B5EF4-FFF2-40B4-BE49-F238E27FC236}">
                <a16:creationId xmlns:a16="http://schemas.microsoft.com/office/drawing/2014/main" id="{5B51CBE7-DA44-0CDD-ABAE-29FB20187664}"/>
              </a:ext>
            </a:extLst>
          </p:cNvPr>
          <p:cNvSpPr/>
          <p:nvPr/>
        </p:nvSpPr>
        <p:spPr>
          <a:xfrm>
            <a:off x="6341135" y="3911067"/>
            <a:ext cx="2880360" cy="201168"/>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course+learning_outcome.csv</a:t>
            </a:r>
          </a:p>
        </p:txBody>
      </p:sp>
      <p:sp>
        <p:nvSpPr>
          <p:cNvPr id="48" name="Text 22">
            <a:extLst>
              <a:ext uri="{FF2B5EF4-FFF2-40B4-BE49-F238E27FC236}">
                <a16:creationId xmlns:a16="http://schemas.microsoft.com/office/drawing/2014/main" id="{A6598E96-951E-8521-133D-C22A100048F3}"/>
              </a:ext>
            </a:extLst>
          </p:cNvPr>
          <p:cNvSpPr/>
          <p:nvPr/>
        </p:nvSpPr>
        <p:spPr>
          <a:xfrm>
            <a:off x="9587255" y="3911067"/>
            <a:ext cx="2194560" cy="201168"/>
          </a:xfrm>
          <a:prstGeom prst="rect">
            <a:avLst/>
          </a:prstGeom>
          <a:noFill/>
          <a:ln/>
        </p:spPr>
        <p:txBody>
          <a:bodyPr wrap="square" lIns="0" tIns="0" rIns="0" bIns="0" rtlCol="0" anchor="ctr"/>
          <a:lstStyle/>
          <a:p>
            <a:pPr marL="0" indent="0">
              <a:buNone/>
            </a:pPr>
            <a:r>
              <a:rPr lang="en-US" sz="1600" b="1" dirty="0">
                <a:solidFill>
                  <a:schemeClr val="tx1">
                    <a:lumMod val="50000"/>
                    <a:lumOff val="50000"/>
                  </a:schemeClr>
                </a:solidFill>
              </a:rPr>
              <a:t>HAS_LEARNING_OUTCOME</a:t>
            </a:r>
            <a:endParaRPr lang="en-US" sz="1600" dirty="0">
              <a:solidFill>
                <a:schemeClr val="tx1">
                  <a:lumMod val="50000"/>
                  <a:lumOff val="50000"/>
                </a:schemeClr>
              </a:solidFill>
            </a:endParaRPr>
          </a:p>
        </p:txBody>
      </p:sp>
      <p:sp>
        <p:nvSpPr>
          <p:cNvPr id="49" name="Shape 23">
            <a:extLst>
              <a:ext uri="{FF2B5EF4-FFF2-40B4-BE49-F238E27FC236}">
                <a16:creationId xmlns:a16="http://schemas.microsoft.com/office/drawing/2014/main" id="{AB2EF983-F742-4F32-BEEA-AE4EB6C9A3AC}"/>
              </a:ext>
            </a:extLst>
          </p:cNvPr>
          <p:cNvSpPr/>
          <p:nvPr/>
        </p:nvSpPr>
        <p:spPr>
          <a:xfrm>
            <a:off x="6005850" y="1949693"/>
            <a:ext cx="0" cy="4023360"/>
          </a:xfrm>
          <a:prstGeom prst="line">
            <a:avLst/>
          </a:prstGeom>
          <a:noFill/>
          <a:ln w="12700">
            <a:solidFill>
              <a:srgbClr val="334155"/>
            </a:solidFill>
            <a:prstDash val="solid"/>
          </a:ln>
        </p:spPr>
        <p:txBody>
          <a:bodyPr/>
          <a:lstStyle/>
          <a:p>
            <a:endParaRPr lang="en-BR"/>
          </a:p>
        </p:txBody>
      </p:sp>
    </p:spTree>
    <p:extLst>
      <p:ext uri="{BB962C8B-B14F-4D97-AF65-F5344CB8AC3E}">
        <p14:creationId xmlns:p14="http://schemas.microsoft.com/office/powerpoint/2010/main" val="3233377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1A200-FC1C-94AA-9BDA-B9A390106E91}"/>
              </a:ext>
            </a:extLst>
          </p:cNvPr>
          <p:cNvSpPr>
            <a:spLocks noGrp="1"/>
          </p:cNvSpPr>
          <p:nvPr>
            <p:ph type="title"/>
          </p:nvPr>
        </p:nvSpPr>
        <p:spPr/>
        <p:txBody>
          <a:bodyPr/>
          <a:lstStyle/>
          <a:p>
            <a:r>
              <a:rPr lang="en-US" dirty="0"/>
              <a:t>G</a:t>
            </a:r>
            <a:r>
              <a:rPr lang="en-BR" dirty="0"/>
              <a:t>raph schema</a:t>
            </a:r>
          </a:p>
        </p:txBody>
      </p:sp>
      <p:sp>
        <p:nvSpPr>
          <p:cNvPr id="3" name="Content Placeholder 2">
            <a:extLst>
              <a:ext uri="{FF2B5EF4-FFF2-40B4-BE49-F238E27FC236}">
                <a16:creationId xmlns:a16="http://schemas.microsoft.com/office/drawing/2014/main" id="{75936AEE-DCC7-7B80-03B6-5C4266102991}"/>
              </a:ext>
            </a:extLst>
          </p:cNvPr>
          <p:cNvSpPr>
            <a:spLocks noGrp="1"/>
          </p:cNvSpPr>
          <p:nvPr>
            <p:ph idx="1"/>
          </p:nvPr>
        </p:nvSpPr>
        <p:spPr>
          <a:xfrm>
            <a:off x="533398" y="1866333"/>
            <a:ext cx="6332351" cy="4728524"/>
          </a:xfrm>
        </p:spPr>
        <p:txBody>
          <a:bodyPr>
            <a:normAutofit/>
          </a:bodyPr>
          <a:lstStyle/>
          <a:p>
            <a:pPr marL="0" indent="0">
              <a:buNone/>
            </a:pPr>
            <a:r>
              <a:rPr lang="en-BR" sz="1600" dirty="0"/>
              <a:t>This is the schema I built before running the import.</a:t>
            </a:r>
          </a:p>
        </p:txBody>
      </p:sp>
      <p:pic>
        <p:nvPicPr>
          <p:cNvPr id="4" name="Image 0" descr="/mnt/data/docx_work/schema.png">
            <a:extLst>
              <a:ext uri="{FF2B5EF4-FFF2-40B4-BE49-F238E27FC236}">
                <a16:creationId xmlns:a16="http://schemas.microsoft.com/office/drawing/2014/main" id="{E7E4FA4D-6AC9-B362-922F-4AF9F30065B2}"/>
              </a:ext>
            </a:extLst>
          </p:cNvPr>
          <p:cNvPicPr>
            <a:picLocks noChangeAspect="1"/>
          </p:cNvPicPr>
          <p:nvPr/>
        </p:nvPicPr>
        <p:blipFill>
          <a:blip r:embed="rId2"/>
          <a:stretch>
            <a:fillRect/>
          </a:stretch>
        </p:blipFill>
        <p:spPr>
          <a:xfrm>
            <a:off x="533398" y="2212276"/>
            <a:ext cx="5875108" cy="4036639"/>
          </a:xfrm>
          <a:prstGeom prst="rect">
            <a:avLst/>
          </a:prstGeom>
        </p:spPr>
      </p:pic>
      <p:sp>
        <p:nvSpPr>
          <p:cNvPr id="5" name="Text 4">
            <a:extLst>
              <a:ext uri="{FF2B5EF4-FFF2-40B4-BE49-F238E27FC236}">
                <a16:creationId xmlns:a16="http://schemas.microsoft.com/office/drawing/2014/main" id="{2D0CC8C2-1C51-B326-952D-292E651C5148}"/>
              </a:ext>
            </a:extLst>
          </p:cNvPr>
          <p:cNvSpPr/>
          <p:nvPr/>
        </p:nvSpPr>
        <p:spPr>
          <a:xfrm>
            <a:off x="7160555" y="2130057"/>
            <a:ext cx="3017520" cy="310896"/>
          </a:xfrm>
          <a:prstGeom prst="rect">
            <a:avLst/>
          </a:prstGeom>
          <a:noFill/>
          <a:ln/>
        </p:spPr>
        <p:txBody>
          <a:bodyPr wrap="square" lIns="0" tIns="0" rIns="0" bIns="0" rtlCol="0" anchor="ctr"/>
          <a:lstStyle/>
          <a:p>
            <a:pPr marL="0" indent="0">
              <a:buNone/>
            </a:pPr>
            <a:r>
              <a:rPr lang="en-US" sz="2000" b="1" dirty="0">
                <a:solidFill>
                  <a:schemeClr val="tx2"/>
                </a:solidFill>
              </a:rPr>
              <a:t>How to read it</a:t>
            </a:r>
            <a:endParaRPr lang="en-US" sz="2000" dirty="0">
              <a:solidFill>
                <a:schemeClr val="tx2"/>
              </a:solidFill>
            </a:endParaRPr>
          </a:p>
        </p:txBody>
      </p:sp>
      <p:sp>
        <p:nvSpPr>
          <p:cNvPr id="6" name="Text 6">
            <a:extLst>
              <a:ext uri="{FF2B5EF4-FFF2-40B4-BE49-F238E27FC236}">
                <a16:creationId xmlns:a16="http://schemas.microsoft.com/office/drawing/2014/main" id="{81727819-D86E-D39A-7C96-34B3F16A336A}"/>
              </a:ext>
            </a:extLst>
          </p:cNvPr>
          <p:cNvSpPr/>
          <p:nvPr/>
        </p:nvSpPr>
        <p:spPr>
          <a:xfrm>
            <a:off x="6965481" y="2137523"/>
            <a:ext cx="4693118" cy="2582954"/>
          </a:xfrm>
          <a:prstGeom prst="rect">
            <a:avLst/>
          </a:prstGeom>
          <a:noFill/>
          <a:ln/>
        </p:spPr>
        <p:txBody>
          <a:bodyPr wrap="square" lIns="254" tIns="254" rIns="254" bIns="254" rtlCol="0" anchor="ctr">
            <a:noAutofit/>
          </a:bodyPr>
          <a:lstStyle/>
          <a:p>
            <a:pPr marL="342900" indent="-342900">
              <a:buFont typeface="Arial" panose="020B0604020202020204" pitchFamily="34" charset="0"/>
              <a:buChar char="•"/>
            </a:pPr>
            <a:r>
              <a:rPr lang="en-US" sz="2000" dirty="0">
                <a:solidFill>
                  <a:schemeClr val="tx2"/>
                </a:solidFill>
              </a:rPr>
              <a:t>StudyProgram connects to Course.</a:t>
            </a:r>
          </a:p>
          <a:p>
            <a:pPr marL="342900" indent="-342900">
              <a:buFont typeface="Arial" panose="020B0604020202020204" pitchFamily="34" charset="0"/>
              <a:buChar char="•"/>
            </a:pPr>
            <a:r>
              <a:rPr lang="en-US" sz="2000" dirty="0">
                <a:solidFill>
                  <a:schemeClr val="tx2"/>
                </a:solidFill>
              </a:rPr>
              <a:t>Course connects to Topic.</a:t>
            </a:r>
          </a:p>
          <a:p>
            <a:pPr marL="342900" indent="-342900">
              <a:buFont typeface="Arial" panose="020B0604020202020204" pitchFamily="34" charset="0"/>
              <a:buChar char="•"/>
            </a:pPr>
            <a:r>
              <a:rPr lang="en-US" sz="2000" dirty="0">
                <a:solidFill>
                  <a:schemeClr val="tx2"/>
                </a:solidFill>
              </a:rPr>
              <a:t>Course connects to </a:t>
            </a:r>
            <a:r>
              <a:rPr lang="en-US" sz="2000" dirty="0" err="1">
                <a:solidFill>
                  <a:schemeClr val="tx2"/>
                </a:solidFill>
              </a:rPr>
              <a:t>LearningOutcome</a:t>
            </a:r>
            <a:r>
              <a:rPr lang="en-US" sz="2000" dirty="0">
                <a:solidFill>
                  <a:schemeClr val="tx2"/>
                </a:solidFill>
              </a:rPr>
              <a:t>.</a:t>
            </a:r>
          </a:p>
          <a:p>
            <a:pPr marL="342900" indent="-342900">
              <a:buFont typeface="Arial" panose="020B0604020202020204" pitchFamily="34" charset="0"/>
              <a:buChar char="•"/>
            </a:pPr>
            <a:r>
              <a:rPr lang="en-US" sz="2000" dirty="0" err="1">
                <a:solidFill>
                  <a:schemeClr val="tx2"/>
                </a:solidFill>
              </a:rPr>
              <a:t>StudyProgram</a:t>
            </a:r>
            <a:r>
              <a:rPr lang="en-US" sz="2000" dirty="0">
                <a:solidFill>
                  <a:schemeClr val="tx2"/>
                </a:solidFill>
              </a:rPr>
              <a:t> connects to </a:t>
            </a:r>
            <a:r>
              <a:rPr lang="en-US" sz="2000" dirty="0" err="1">
                <a:solidFill>
                  <a:schemeClr val="tx2"/>
                </a:solidFill>
              </a:rPr>
              <a:t>StudyField</a:t>
            </a:r>
            <a:r>
              <a:rPr lang="en-US" sz="2000" dirty="0">
                <a:solidFill>
                  <a:schemeClr val="tx2"/>
                </a:solidFill>
              </a:rPr>
              <a:t>.</a:t>
            </a:r>
          </a:p>
          <a:p>
            <a:pPr marL="342900" indent="-342900">
              <a:buFont typeface="Arial" panose="020B0604020202020204" pitchFamily="34" charset="0"/>
              <a:buChar char="•"/>
            </a:pPr>
            <a:endParaRPr lang="en-US" sz="2000" dirty="0">
              <a:solidFill>
                <a:schemeClr val="tx2"/>
              </a:solidFill>
            </a:endParaRPr>
          </a:p>
        </p:txBody>
      </p:sp>
      <p:sp>
        <p:nvSpPr>
          <p:cNvPr id="7" name="Text 8">
            <a:extLst>
              <a:ext uri="{FF2B5EF4-FFF2-40B4-BE49-F238E27FC236}">
                <a16:creationId xmlns:a16="http://schemas.microsoft.com/office/drawing/2014/main" id="{F17BC90F-42D4-9611-09D4-05402BEF706C}"/>
              </a:ext>
            </a:extLst>
          </p:cNvPr>
          <p:cNvSpPr/>
          <p:nvPr/>
        </p:nvSpPr>
        <p:spPr>
          <a:xfrm>
            <a:off x="7498882" y="3117609"/>
            <a:ext cx="3667075" cy="318005"/>
          </a:xfrm>
          <a:prstGeom prst="rect">
            <a:avLst/>
          </a:prstGeom>
          <a:noFill/>
          <a:ln/>
        </p:spPr>
        <p:txBody>
          <a:bodyPr wrap="square" lIns="254" tIns="254" rIns="254" bIns="254" rtlCol="0" anchor="ctr">
            <a:noAutofit/>
          </a:bodyPr>
          <a:lstStyle/>
          <a:p>
            <a:endParaRPr lang="en-US" sz="2000" dirty="0">
              <a:solidFill>
                <a:schemeClr val="tx2"/>
              </a:solidFill>
            </a:endParaRPr>
          </a:p>
        </p:txBody>
      </p:sp>
      <p:sp>
        <p:nvSpPr>
          <p:cNvPr id="8" name="Text 10">
            <a:extLst>
              <a:ext uri="{FF2B5EF4-FFF2-40B4-BE49-F238E27FC236}">
                <a16:creationId xmlns:a16="http://schemas.microsoft.com/office/drawing/2014/main" id="{43931C37-3C52-CD5C-3A5D-731842BEAC6B}"/>
              </a:ext>
            </a:extLst>
          </p:cNvPr>
          <p:cNvSpPr/>
          <p:nvPr/>
        </p:nvSpPr>
        <p:spPr>
          <a:xfrm>
            <a:off x="7498883" y="3602241"/>
            <a:ext cx="3667074" cy="226601"/>
          </a:xfrm>
          <a:prstGeom prst="rect">
            <a:avLst/>
          </a:prstGeom>
          <a:noFill/>
          <a:ln/>
        </p:spPr>
        <p:txBody>
          <a:bodyPr wrap="square" lIns="254" tIns="254" rIns="254" bIns="254" rtlCol="0" anchor="ctr">
            <a:noAutofit/>
          </a:bodyPr>
          <a:lstStyle/>
          <a:p>
            <a:endParaRPr lang="en-US" sz="2000" dirty="0">
              <a:solidFill>
                <a:schemeClr val="tx2"/>
              </a:solidFill>
            </a:endParaRPr>
          </a:p>
        </p:txBody>
      </p:sp>
      <p:sp>
        <p:nvSpPr>
          <p:cNvPr id="9" name="Text 12">
            <a:extLst>
              <a:ext uri="{FF2B5EF4-FFF2-40B4-BE49-F238E27FC236}">
                <a16:creationId xmlns:a16="http://schemas.microsoft.com/office/drawing/2014/main" id="{983D14C1-4660-890C-7507-D3BD9F0FD38C}"/>
              </a:ext>
            </a:extLst>
          </p:cNvPr>
          <p:cNvSpPr/>
          <p:nvPr/>
        </p:nvSpPr>
        <p:spPr>
          <a:xfrm>
            <a:off x="7206275" y="4274863"/>
            <a:ext cx="4452324" cy="438912"/>
          </a:xfrm>
          <a:prstGeom prst="rect">
            <a:avLst/>
          </a:prstGeom>
          <a:noFill/>
          <a:ln/>
        </p:spPr>
        <p:txBody>
          <a:bodyPr wrap="square" lIns="254" tIns="254" rIns="254" bIns="254" rtlCol="0" anchor="ctr">
            <a:noAutofit/>
          </a:bodyPr>
          <a:lstStyle/>
          <a:p>
            <a:endParaRPr lang="en-US" sz="2000" dirty="0">
              <a:solidFill>
                <a:schemeClr val="tx2"/>
              </a:solidFill>
            </a:endParaRPr>
          </a:p>
        </p:txBody>
      </p:sp>
      <p:sp>
        <p:nvSpPr>
          <p:cNvPr id="10" name="Text 13">
            <a:extLst>
              <a:ext uri="{FF2B5EF4-FFF2-40B4-BE49-F238E27FC236}">
                <a16:creationId xmlns:a16="http://schemas.microsoft.com/office/drawing/2014/main" id="{88D955F8-10EA-D235-F18E-2737F0EACFC8}"/>
              </a:ext>
            </a:extLst>
          </p:cNvPr>
          <p:cNvSpPr/>
          <p:nvPr/>
        </p:nvSpPr>
        <p:spPr>
          <a:xfrm>
            <a:off x="6965481" y="4498484"/>
            <a:ext cx="4693118" cy="777240"/>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This screenshot is useful for the final submission because it proves that the schema was designed manually before importing.</a:t>
            </a:r>
          </a:p>
        </p:txBody>
      </p:sp>
    </p:spTree>
    <p:extLst>
      <p:ext uri="{BB962C8B-B14F-4D97-AF65-F5344CB8AC3E}">
        <p14:creationId xmlns:p14="http://schemas.microsoft.com/office/powerpoint/2010/main" val="2564805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C9672-6017-EEE4-2B3F-0658CFB179CA}"/>
              </a:ext>
            </a:extLst>
          </p:cNvPr>
          <p:cNvSpPr>
            <a:spLocks noGrp="1"/>
          </p:cNvSpPr>
          <p:nvPr>
            <p:ph type="title"/>
          </p:nvPr>
        </p:nvSpPr>
        <p:spPr/>
        <p:txBody>
          <a:bodyPr/>
          <a:lstStyle/>
          <a:p>
            <a:r>
              <a:rPr lang="en-US" dirty="0"/>
              <a:t>I</a:t>
            </a:r>
            <a:r>
              <a:rPr lang="en-BR" dirty="0"/>
              <a:t>mport into auradb</a:t>
            </a:r>
          </a:p>
        </p:txBody>
      </p:sp>
      <p:sp>
        <p:nvSpPr>
          <p:cNvPr id="3" name="Content Placeholder 2">
            <a:extLst>
              <a:ext uri="{FF2B5EF4-FFF2-40B4-BE49-F238E27FC236}">
                <a16:creationId xmlns:a16="http://schemas.microsoft.com/office/drawing/2014/main" id="{9BE6AB14-3648-EB14-C666-A6ACD2CE3200}"/>
              </a:ext>
            </a:extLst>
          </p:cNvPr>
          <p:cNvSpPr>
            <a:spLocks noGrp="1"/>
          </p:cNvSpPr>
          <p:nvPr>
            <p:ph idx="1"/>
          </p:nvPr>
        </p:nvSpPr>
        <p:spPr>
          <a:xfrm>
            <a:off x="533397" y="1608989"/>
            <a:ext cx="7101842" cy="4728524"/>
          </a:xfrm>
        </p:spPr>
        <p:txBody>
          <a:bodyPr>
            <a:normAutofit/>
          </a:bodyPr>
          <a:lstStyle/>
          <a:p>
            <a:pPr marL="0" indent="0">
              <a:buNone/>
            </a:pPr>
            <a:r>
              <a:rPr lang="en-BR" sz="1600" dirty="0"/>
              <a:t>After mapping the schema, I ran the import in my AuraDB Free instance</a:t>
            </a:r>
          </a:p>
        </p:txBody>
      </p:sp>
      <p:pic>
        <p:nvPicPr>
          <p:cNvPr id="5" name="Image 0" descr="/mnt/data/docx_work/import_success.png">
            <a:extLst>
              <a:ext uri="{FF2B5EF4-FFF2-40B4-BE49-F238E27FC236}">
                <a16:creationId xmlns:a16="http://schemas.microsoft.com/office/drawing/2014/main" id="{26854AD5-9214-A24E-7D6A-B2F62ADC80F6}"/>
              </a:ext>
            </a:extLst>
          </p:cNvPr>
          <p:cNvPicPr>
            <a:picLocks noChangeAspect="1"/>
          </p:cNvPicPr>
          <p:nvPr/>
        </p:nvPicPr>
        <p:blipFill>
          <a:blip r:embed="rId2"/>
          <a:stretch>
            <a:fillRect/>
          </a:stretch>
        </p:blipFill>
        <p:spPr>
          <a:xfrm>
            <a:off x="761723" y="2082336"/>
            <a:ext cx="5044714" cy="4369082"/>
          </a:xfrm>
          <a:prstGeom prst="rect">
            <a:avLst/>
          </a:prstGeom>
        </p:spPr>
      </p:pic>
      <p:sp>
        <p:nvSpPr>
          <p:cNvPr id="6" name="Text 4">
            <a:extLst>
              <a:ext uri="{FF2B5EF4-FFF2-40B4-BE49-F238E27FC236}">
                <a16:creationId xmlns:a16="http://schemas.microsoft.com/office/drawing/2014/main" id="{21EEE124-33D0-B0CD-BF1A-D4ED25442B51}"/>
              </a:ext>
            </a:extLst>
          </p:cNvPr>
          <p:cNvSpPr/>
          <p:nvPr/>
        </p:nvSpPr>
        <p:spPr>
          <a:xfrm>
            <a:off x="6720839" y="2085560"/>
            <a:ext cx="4937760" cy="384048"/>
          </a:xfrm>
          <a:prstGeom prst="rect">
            <a:avLst/>
          </a:prstGeom>
          <a:noFill/>
          <a:ln/>
        </p:spPr>
        <p:txBody>
          <a:bodyPr wrap="square" lIns="0" tIns="0" rIns="0" bIns="0" rtlCol="0" anchor="ctr"/>
          <a:lstStyle/>
          <a:p>
            <a:pPr marL="0" indent="0">
              <a:buNone/>
            </a:pPr>
            <a:r>
              <a:rPr lang="en-US" sz="2400" b="1" dirty="0">
                <a:solidFill>
                  <a:schemeClr val="tx2"/>
                </a:solidFill>
              </a:rPr>
              <a:t>Import completed successfully</a:t>
            </a:r>
            <a:endParaRPr lang="en-US" sz="2400" dirty="0">
              <a:solidFill>
                <a:schemeClr val="tx2"/>
              </a:solidFill>
            </a:endParaRPr>
          </a:p>
        </p:txBody>
      </p:sp>
      <p:sp>
        <p:nvSpPr>
          <p:cNvPr id="7" name="Text 5">
            <a:extLst>
              <a:ext uri="{FF2B5EF4-FFF2-40B4-BE49-F238E27FC236}">
                <a16:creationId xmlns:a16="http://schemas.microsoft.com/office/drawing/2014/main" id="{16B8B27A-EA85-9510-1EAF-8811C1348E78}"/>
              </a:ext>
            </a:extLst>
          </p:cNvPr>
          <p:cNvSpPr/>
          <p:nvPr/>
        </p:nvSpPr>
        <p:spPr>
          <a:xfrm>
            <a:off x="6720837" y="2931380"/>
            <a:ext cx="4557822" cy="1234440"/>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The import result confirms that the CSV files were processed and nodes were created in Neo4j. This was the point where the dataset became a real graph database.</a:t>
            </a:r>
          </a:p>
        </p:txBody>
      </p:sp>
      <p:sp>
        <p:nvSpPr>
          <p:cNvPr id="8" name="Text 6">
            <a:extLst>
              <a:ext uri="{FF2B5EF4-FFF2-40B4-BE49-F238E27FC236}">
                <a16:creationId xmlns:a16="http://schemas.microsoft.com/office/drawing/2014/main" id="{B5E2B9EE-80F0-D156-20CA-6830D2D3CBD0}"/>
              </a:ext>
            </a:extLst>
          </p:cNvPr>
          <p:cNvSpPr/>
          <p:nvPr/>
        </p:nvSpPr>
        <p:spPr>
          <a:xfrm>
            <a:off x="6720839" y="4527008"/>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640</a:t>
            </a:r>
            <a:endParaRPr lang="en-US" sz="3400" dirty="0">
              <a:solidFill>
                <a:schemeClr val="tx1">
                  <a:lumMod val="50000"/>
                  <a:lumOff val="50000"/>
                </a:schemeClr>
              </a:solidFill>
            </a:endParaRPr>
          </a:p>
        </p:txBody>
      </p:sp>
      <p:sp>
        <p:nvSpPr>
          <p:cNvPr id="9" name="Text 7">
            <a:extLst>
              <a:ext uri="{FF2B5EF4-FFF2-40B4-BE49-F238E27FC236}">
                <a16:creationId xmlns:a16="http://schemas.microsoft.com/office/drawing/2014/main" id="{53A09E37-DA27-B79E-527B-682F0DB165FE}"/>
              </a:ext>
            </a:extLst>
          </p:cNvPr>
          <p:cNvSpPr/>
          <p:nvPr/>
        </p:nvSpPr>
        <p:spPr>
          <a:xfrm>
            <a:off x="7635239" y="4627592"/>
            <a:ext cx="3108960" cy="320040"/>
          </a:xfrm>
          <a:prstGeom prst="rect">
            <a:avLst/>
          </a:prstGeom>
          <a:noFill/>
          <a:ln/>
        </p:spPr>
        <p:txBody>
          <a:bodyPr wrap="square" lIns="0" tIns="0" rIns="0" bIns="0" rtlCol="0" anchor="ctr"/>
          <a:lstStyle/>
          <a:p>
            <a:pPr marL="0" indent="0">
              <a:buNone/>
            </a:pPr>
            <a:r>
              <a:rPr lang="en-US" sz="2000" dirty="0">
                <a:solidFill>
                  <a:schemeClr val="tx2"/>
                </a:solidFill>
              </a:rPr>
              <a:t>Topic nodes created</a:t>
            </a:r>
          </a:p>
        </p:txBody>
      </p:sp>
      <p:sp>
        <p:nvSpPr>
          <p:cNvPr id="10" name="Text 8">
            <a:extLst>
              <a:ext uri="{FF2B5EF4-FFF2-40B4-BE49-F238E27FC236}">
                <a16:creationId xmlns:a16="http://schemas.microsoft.com/office/drawing/2014/main" id="{5457BA47-4D60-A436-377B-EF5B0096EB62}"/>
              </a:ext>
            </a:extLst>
          </p:cNvPr>
          <p:cNvSpPr/>
          <p:nvPr/>
        </p:nvSpPr>
        <p:spPr>
          <a:xfrm>
            <a:off x="6720839" y="5212808"/>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75</a:t>
            </a:r>
            <a:endParaRPr lang="en-US" sz="3400" dirty="0">
              <a:solidFill>
                <a:schemeClr val="tx1">
                  <a:lumMod val="50000"/>
                  <a:lumOff val="50000"/>
                </a:schemeClr>
              </a:solidFill>
            </a:endParaRPr>
          </a:p>
        </p:txBody>
      </p:sp>
      <p:sp>
        <p:nvSpPr>
          <p:cNvPr id="11" name="Text 9">
            <a:extLst>
              <a:ext uri="{FF2B5EF4-FFF2-40B4-BE49-F238E27FC236}">
                <a16:creationId xmlns:a16="http://schemas.microsoft.com/office/drawing/2014/main" id="{047E2259-81DF-6AC3-A61E-57AF8A4A7F60}"/>
              </a:ext>
            </a:extLst>
          </p:cNvPr>
          <p:cNvSpPr/>
          <p:nvPr/>
        </p:nvSpPr>
        <p:spPr>
          <a:xfrm>
            <a:off x="7635239" y="5304248"/>
            <a:ext cx="3108960" cy="320040"/>
          </a:xfrm>
          <a:prstGeom prst="rect">
            <a:avLst/>
          </a:prstGeom>
          <a:noFill/>
          <a:ln/>
        </p:spPr>
        <p:txBody>
          <a:bodyPr wrap="square" lIns="0" tIns="0" rIns="0" bIns="0" rtlCol="0" anchor="ctr"/>
          <a:lstStyle/>
          <a:p>
            <a:pPr marL="0" indent="0">
              <a:buNone/>
            </a:pPr>
            <a:r>
              <a:rPr lang="en-US" sz="2000" dirty="0">
                <a:solidFill>
                  <a:schemeClr val="tx2"/>
                </a:solidFill>
              </a:rPr>
              <a:t>Course nodes created</a:t>
            </a:r>
          </a:p>
        </p:txBody>
      </p:sp>
    </p:spTree>
    <p:extLst>
      <p:ext uri="{BB962C8B-B14F-4D97-AF65-F5344CB8AC3E}">
        <p14:creationId xmlns:p14="http://schemas.microsoft.com/office/powerpoint/2010/main" val="2870614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42CE7-8C5A-1191-87B4-B06C3C518453}"/>
              </a:ext>
            </a:extLst>
          </p:cNvPr>
          <p:cNvSpPr>
            <a:spLocks noGrp="1"/>
          </p:cNvSpPr>
          <p:nvPr>
            <p:ph type="title"/>
          </p:nvPr>
        </p:nvSpPr>
        <p:spPr/>
        <p:txBody>
          <a:bodyPr/>
          <a:lstStyle/>
          <a:p>
            <a:r>
              <a:rPr lang="en-US" dirty="0"/>
              <a:t>Q</a:t>
            </a:r>
            <a:r>
              <a:rPr lang="en-BR" dirty="0"/>
              <a:t>uick validation check</a:t>
            </a:r>
          </a:p>
        </p:txBody>
      </p:sp>
      <p:sp>
        <p:nvSpPr>
          <p:cNvPr id="3" name="Content Placeholder 2">
            <a:extLst>
              <a:ext uri="{FF2B5EF4-FFF2-40B4-BE49-F238E27FC236}">
                <a16:creationId xmlns:a16="http://schemas.microsoft.com/office/drawing/2014/main" id="{215276E6-CA4F-DFEC-9289-C8754DCAC354}"/>
              </a:ext>
            </a:extLst>
          </p:cNvPr>
          <p:cNvSpPr>
            <a:spLocks noGrp="1"/>
          </p:cNvSpPr>
          <p:nvPr>
            <p:ph idx="1"/>
          </p:nvPr>
        </p:nvSpPr>
        <p:spPr>
          <a:xfrm>
            <a:off x="533397" y="1617721"/>
            <a:ext cx="9246033" cy="4728524"/>
          </a:xfrm>
        </p:spPr>
        <p:txBody>
          <a:bodyPr>
            <a:normAutofit/>
          </a:bodyPr>
          <a:lstStyle/>
          <a:p>
            <a:pPr marL="0" indent="0">
              <a:buNone/>
            </a:pPr>
            <a:r>
              <a:rPr lang="en-BR" sz="1600" dirty="0"/>
              <a:t>Before I analyze the graph, I checked wether all relationships types were present.</a:t>
            </a:r>
          </a:p>
        </p:txBody>
      </p:sp>
      <p:pic>
        <p:nvPicPr>
          <p:cNvPr id="4" name="Image 0" descr="/mnt/data/docx_work/relationships.png">
            <a:extLst>
              <a:ext uri="{FF2B5EF4-FFF2-40B4-BE49-F238E27FC236}">
                <a16:creationId xmlns:a16="http://schemas.microsoft.com/office/drawing/2014/main" id="{4E5AA071-C119-8AE3-3171-53644A430DB1}"/>
              </a:ext>
            </a:extLst>
          </p:cNvPr>
          <p:cNvPicPr>
            <a:picLocks noChangeAspect="1"/>
          </p:cNvPicPr>
          <p:nvPr/>
        </p:nvPicPr>
        <p:blipFill>
          <a:blip r:embed="rId2"/>
          <a:stretch>
            <a:fillRect/>
          </a:stretch>
        </p:blipFill>
        <p:spPr>
          <a:xfrm>
            <a:off x="753605" y="2122910"/>
            <a:ext cx="3663412" cy="4223335"/>
          </a:xfrm>
          <a:prstGeom prst="rect">
            <a:avLst/>
          </a:prstGeom>
        </p:spPr>
      </p:pic>
      <p:sp>
        <p:nvSpPr>
          <p:cNvPr id="5" name="Text 4">
            <a:extLst>
              <a:ext uri="{FF2B5EF4-FFF2-40B4-BE49-F238E27FC236}">
                <a16:creationId xmlns:a16="http://schemas.microsoft.com/office/drawing/2014/main" id="{8F6F75A2-AD99-6B12-D925-0DE1C3F99D51}"/>
              </a:ext>
            </a:extLst>
          </p:cNvPr>
          <p:cNvSpPr/>
          <p:nvPr/>
        </p:nvSpPr>
        <p:spPr>
          <a:xfrm>
            <a:off x="5664630" y="2122910"/>
            <a:ext cx="4114800" cy="320040"/>
          </a:xfrm>
          <a:prstGeom prst="rect">
            <a:avLst/>
          </a:prstGeom>
          <a:noFill/>
          <a:ln/>
        </p:spPr>
        <p:txBody>
          <a:bodyPr wrap="square" lIns="0" tIns="0" rIns="0" bIns="0" rtlCol="0" anchor="ctr"/>
          <a:lstStyle/>
          <a:p>
            <a:pPr marL="0" indent="0">
              <a:buNone/>
            </a:pPr>
            <a:r>
              <a:rPr lang="en-US" sz="2000" b="1" dirty="0">
                <a:solidFill>
                  <a:schemeClr val="tx2"/>
                </a:solidFill>
              </a:rPr>
              <a:t>Relationship count</a:t>
            </a:r>
            <a:endParaRPr lang="en-US" sz="2000" dirty="0">
              <a:solidFill>
                <a:schemeClr val="tx2"/>
              </a:solidFill>
            </a:endParaRPr>
          </a:p>
        </p:txBody>
      </p:sp>
      <p:sp>
        <p:nvSpPr>
          <p:cNvPr id="6" name="Text 5">
            <a:extLst>
              <a:ext uri="{FF2B5EF4-FFF2-40B4-BE49-F238E27FC236}">
                <a16:creationId xmlns:a16="http://schemas.microsoft.com/office/drawing/2014/main" id="{B3D370CF-9AAA-9DB1-6234-4B7308AAB98A}"/>
              </a:ext>
            </a:extLst>
          </p:cNvPr>
          <p:cNvSpPr/>
          <p:nvPr/>
        </p:nvSpPr>
        <p:spPr>
          <a:xfrm>
            <a:off x="5664630" y="2612114"/>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640</a:t>
            </a:r>
            <a:endParaRPr lang="en-US" sz="3400" dirty="0">
              <a:solidFill>
                <a:schemeClr val="tx1">
                  <a:lumMod val="50000"/>
                  <a:lumOff val="50000"/>
                </a:schemeClr>
              </a:solidFill>
            </a:endParaRPr>
          </a:p>
        </p:txBody>
      </p:sp>
      <p:sp>
        <p:nvSpPr>
          <p:cNvPr id="7" name="Text 6">
            <a:extLst>
              <a:ext uri="{FF2B5EF4-FFF2-40B4-BE49-F238E27FC236}">
                <a16:creationId xmlns:a16="http://schemas.microsoft.com/office/drawing/2014/main" id="{8E37DF49-24B6-9674-E61D-E187E3B2B596}"/>
              </a:ext>
            </a:extLst>
          </p:cNvPr>
          <p:cNvSpPr/>
          <p:nvPr/>
        </p:nvSpPr>
        <p:spPr>
          <a:xfrm>
            <a:off x="6670471" y="2682185"/>
            <a:ext cx="3108960" cy="320040"/>
          </a:xfrm>
          <a:prstGeom prst="rect">
            <a:avLst/>
          </a:prstGeom>
          <a:noFill/>
          <a:ln/>
        </p:spPr>
        <p:txBody>
          <a:bodyPr wrap="square" lIns="0" tIns="0" rIns="0" bIns="0" rtlCol="0" anchor="ctr"/>
          <a:lstStyle/>
          <a:p>
            <a:pPr marL="0" indent="0">
              <a:buNone/>
            </a:pPr>
            <a:r>
              <a:rPr lang="en-US" sz="1600" dirty="0">
                <a:solidFill>
                  <a:schemeClr val="tx2"/>
                </a:solidFill>
              </a:rPr>
              <a:t>HAS_TOPIC</a:t>
            </a:r>
          </a:p>
        </p:txBody>
      </p:sp>
      <p:sp>
        <p:nvSpPr>
          <p:cNvPr id="8" name="Text 7">
            <a:extLst>
              <a:ext uri="{FF2B5EF4-FFF2-40B4-BE49-F238E27FC236}">
                <a16:creationId xmlns:a16="http://schemas.microsoft.com/office/drawing/2014/main" id="{6C4EF79C-F171-83DC-F7DE-5B2C85B5D1A2}"/>
              </a:ext>
            </a:extLst>
          </p:cNvPr>
          <p:cNvSpPr/>
          <p:nvPr/>
        </p:nvSpPr>
        <p:spPr>
          <a:xfrm>
            <a:off x="5664630" y="3316202"/>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366</a:t>
            </a:r>
            <a:endParaRPr lang="en-US" sz="3400" dirty="0">
              <a:solidFill>
                <a:schemeClr val="tx1">
                  <a:lumMod val="50000"/>
                  <a:lumOff val="50000"/>
                </a:schemeClr>
              </a:solidFill>
            </a:endParaRPr>
          </a:p>
        </p:txBody>
      </p:sp>
      <p:sp>
        <p:nvSpPr>
          <p:cNvPr id="9" name="Text 8">
            <a:extLst>
              <a:ext uri="{FF2B5EF4-FFF2-40B4-BE49-F238E27FC236}">
                <a16:creationId xmlns:a16="http://schemas.microsoft.com/office/drawing/2014/main" id="{08EA9239-21DC-64DF-87D9-296723DBFA5F}"/>
              </a:ext>
            </a:extLst>
          </p:cNvPr>
          <p:cNvSpPr/>
          <p:nvPr/>
        </p:nvSpPr>
        <p:spPr>
          <a:xfrm>
            <a:off x="6670470" y="3399867"/>
            <a:ext cx="3108960" cy="320040"/>
          </a:xfrm>
          <a:prstGeom prst="rect">
            <a:avLst/>
          </a:prstGeom>
          <a:noFill/>
          <a:ln/>
        </p:spPr>
        <p:txBody>
          <a:bodyPr wrap="square" lIns="0" tIns="0" rIns="0" bIns="0" rtlCol="0" anchor="ctr"/>
          <a:lstStyle/>
          <a:p>
            <a:pPr marL="0" indent="0">
              <a:buNone/>
            </a:pPr>
            <a:r>
              <a:rPr lang="en-US" sz="1600" dirty="0">
                <a:solidFill>
                  <a:schemeClr val="tx2"/>
                </a:solidFill>
              </a:rPr>
              <a:t>HAS_LEARNING_OUTCOME</a:t>
            </a:r>
          </a:p>
        </p:txBody>
      </p:sp>
      <p:sp>
        <p:nvSpPr>
          <p:cNvPr id="10" name="Text 9">
            <a:extLst>
              <a:ext uri="{FF2B5EF4-FFF2-40B4-BE49-F238E27FC236}">
                <a16:creationId xmlns:a16="http://schemas.microsoft.com/office/drawing/2014/main" id="{66FE1055-2FB4-D733-6EA7-4A1693EED3B0}"/>
              </a:ext>
            </a:extLst>
          </p:cNvPr>
          <p:cNvSpPr/>
          <p:nvPr/>
        </p:nvSpPr>
        <p:spPr>
          <a:xfrm>
            <a:off x="5664630" y="4020290"/>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79</a:t>
            </a:r>
            <a:endParaRPr lang="en-US" sz="3400" dirty="0">
              <a:solidFill>
                <a:schemeClr val="tx1">
                  <a:lumMod val="50000"/>
                  <a:lumOff val="50000"/>
                </a:schemeClr>
              </a:solidFill>
            </a:endParaRPr>
          </a:p>
        </p:txBody>
      </p:sp>
      <p:sp>
        <p:nvSpPr>
          <p:cNvPr id="11" name="Text 10">
            <a:extLst>
              <a:ext uri="{FF2B5EF4-FFF2-40B4-BE49-F238E27FC236}">
                <a16:creationId xmlns:a16="http://schemas.microsoft.com/office/drawing/2014/main" id="{17732F5A-DFB8-6A0F-2ACD-B977A8F81A4D}"/>
              </a:ext>
            </a:extLst>
          </p:cNvPr>
          <p:cNvSpPr/>
          <p:nvPr/>
        </p:nvSpPr>
        <p:spPr>
          <a:xfrm>
            <a:off x="6670470" y="4092862"/>
            <a:ext cx="3108960" cy="320040"/>
          </a:xfrm>
          <a:prstGeom prst="rect">
            <a:avLst/>
          </a:prstGeom>
          <a:noFill/>
          <a:ln/>
        </p:spPr>
        <p:txBody>
          <a:bodyPr wrap="square" lIns="0" tIns="0" rIns="0" bIns="0" rtlCol="0" anchor="ctr"/>
          <a:lstStyle/>
          <a:p>
            <a:pPr marL="0" indent="0">
              <a:buNone/>
            </a:pPr>
            <a:r>
              <a:rPr lang="en-US" sz="1600" dirty="0">
                <a:solidFill>
                  <a:schemeClr val="tx2"/>
                </a:solidFill>
              </a:rPr>
              <a:t>HAS_COURSE</a:t>
            </a:r>
          </a:p>
        </p:txBody>
      </p:sp>
      <p:sp>
        <p:nvSpPr>
          <p:cNvPr id="12" name="Text 11">
            <a:extLst>
              <a:ext uri="{FF2B5EF4-FFF2-40B4-BE49-F238E27FC236}">
                <a16:creationId xmlns:a16="http://schemas.microsoft.com/office/drawing/2014/main" id="{BF4C47C1-D9D7-C392-D84D-6921B66D8F0F}"/>
              </a:ext>
            </a:extLst>
          </p:cNvPr>
          <p:cNvSpPr/>
          <p:nvPr/>
        </p:nvSpPr>
        <p:spPr>
          <a:xfrm>
            <a:off x="5664630" y="4724378"/>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2</a:t>
            </a:r>
            <a:endParaRPr lang="en-US" sz="3400" dirty="0">
              <a:solidFill>
                <a:schemeClr val="tx1">
                  <a:lumMod val="50000"/>
                  <a:lumOff val="50000"/>
                </a:schemeClr>
              </a:solidFill>
            </a:endParaRPr>
          </a:p>
        </p:txBody>
      </p:sp>
      <p:sp>
        <p:nvSpPr>
          <p:cNvPr id="13" name="Text 12">
            <a:extLst>
              <a:ext uri="{FF2B5EF4-FFF2-40B4-BE49-F238E27FC236}">
                <a16:creationId xmlns:a16="http://schemas.microsoft.com/office/drawing/2014/main" id="{0373B619-E63E-F948-F989-52371A1C47F8}"/>
              </a:ext>
            </a:extLst>
          </p:cNvPr>
          <p:cNvSpPr/>
          <p:nvPr/>
        </p:nvSpPr>
        <p:spPr>
          <a:xfrm>
            <a:off x="6670470" y="4808043"/>
            <a:ext cx="3108960" cy="320040"/>
          </a:xfrm>
          <a:prstGeom prst="rect">
            <a:avLst/>
          </a:prstGeom>
          <a:noFill/>
          <a:ln/>
        </p:spPr>
        <p:txBody>
          <a:bodyPr wrap="square" lIns="0" tIns="0" rIns="0" bIns="0" rtlCol="0" anchor="ctr"/>
          <a:lstStyle/>
          <a:p>
            <a:pPr marL="0" indent="0">
              <a:buNone/>
            </a:pPr>
            <a:r>
              <a:rPr lang="en-US" sz="1600" dirty="0">
                <a:solidFill>
                  <a:schemeClr val="tx2"/>
                </a:solidFill>
              </a:rPr>
              <a:t>HAS_STUDY_FIELD</a:t>
            </a:r>
          </a:p>
        </p:txBody>
      </p:sp>
      <p:sp>
        <p:nvSpPr>
          <p:cNvPr id="14" name="Text 13">
            <a:extLst>
              <a:ext uri="{FF2B5EF4-FFF2-40B4-BE49-F238E27FC236}">
                <a16:creationId xmlns:a16="http://schemas.microsoft.com/office/drawing/2014/main" id="{728DC342-0E4E-A997-E925-873E8813D860}"/>
              </a:ext>
            </a:extLst>
          </p:cNvPr>
          <p:cNvSpPr/>
          <p:nvPr/>
        </p:nvSpPr>
        <p:spPr>
          <a:xfrm>
            <a:off x="5664630" y="5428466"/>
            <a:ext cx="6192348" cy="548640"/>
          </a:xfrm>
          <a:prstGeom prst="rect">
            <a:avLst/>
          </a:prstGeom>
          <a:noFill/>
          <a:ln/>
        </p:spPr>
        <p:txBody>
          <a:bodyPr wrap="square" lIns="254" tIns="254" rIns="254" bIns="254" rtlCol="0" anchor="ctr">
            <a:noAutofit/>
          </a:bodyPr>
          <a:lstStyle/>
          <a:p>
            <a:pPr marL="0" indent="0">
              <a:buNone/>
            </a:pPr>
            <a:r>
              <a:rPr lang="en-US" sz="1600" dirty="0">
                <a:solidFill>
                  <a:schemeClr val="tx2"/>
                </a:solidFill>
              </a:rPr>
              <a:t>I had to correct the Course → LearningOutcome mapping once. After fixing it, the 366 relationships appeared correctly.</a:t>
            </a:r>
          </a:p>
        </p:txBody>
      </p:sp>
    </p:spTree>
    <p:extLst>
      <p:ext uri="{BB962C8B-B14F-4D97-AF65-F5344CB8AC3E}">
        <p14:creationId xmlns:p14="http://schemas.microsoft.com/office/powerpoint/2010/main" val="2112843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41934-9DCB-89E8-A3E3-FEE41B413296}"/>
              </a:ext>
            </a:extLst>
          </p:cNvPr>
          <p:cNvSpPr>
            <a:spLocks noGrp="1"/>
          </p:cNvSpPr>
          <p:nvPr>
            <p:ph type="title"/>
          </p:nvPr>
        </p:nvSpPr>
        <p:spPr/>
        <p:txBody>
          <a:bodyPr/>
          <a:lstStyle/>
          <a:p>
            <a:r>
              <a:rPr lang="en-US" dirty="0"/>
              <a:t>Q</a:t>
            </a:r>
            <a:r>
              <a:rPr lang="en-BR" dirty="0"/>
              <a:t>uery 1 – course per programme</a:t>
            </a:r>
          </a:p>
        </p:txBody>
      </p:sp>
      <p:sp>
        <p:nvSpPr>
          <p:cNvPr id="3" name="Content Placeholder 2">
            <a:extLst>
              <a:ext uri="{FF2B5EF4-FFF2-40B4-BE49-F238E27FC236}">
                <a16:creationId xmlns:a16="http://schemas.microsoft.com/office/drawing/2014/main" id="{66FB5298-0593-066C-C4CA-D0B2CD7F342F}"/>
              </a:ext>
            </a:extLst>
          </p:cNvPr>
          <p:cNvSpPr>
            <a:spLocks noGrp="1"/>
          </p:cNvSpPr>
          <p:nvPr>
            <p:ph idx="1"/>
          </p:nvPr>
        </p:nvSpPr>
        <p:spPr>
          <a:xfrm>
            <a:off x="533397" y="1748474"/>
            <a:ext cx="8269639" cy="4728524"/>
          </a:xfrm>
        </p:spPr>
        <p:txBody>
          <a:bodyPr/>
          <a:lstStyle/>
          <a:p>
            <a:pPr marL="0" indent="0">
              <a:buNone/>
            </a:pPr>
            <a:r>
              <a:rPr lang="en-US" sz="1600" dirty="0"/>
              <a:t>This query answers a simple question: how many courses does each </a:t>
            </a:r>
            <a:r>
              <a:rPr lang="en-US" sz="1600" dirty="0" err="1"/>
              <a:t>programme</a:t>
            </a:r>
            <a:r>
              <a:rPr lang="en-US" sz="1600" dirty="0"/>
              <a:t> have?</a:t>
            </a:r>
          </a:p>
          <a:p>
            <a:pPr marL="0" indent="0">
              <a:buNone/>
            </a:pPr>
            <a:endParaRPr lang="en-BR" dirty="0"/>
          </a:p>
        </p:txBody>
      </p:sp>
      <p:pic>
        <p:nvPicPr>
          <p:cNvPr id="4" name="Image 0" descr="/mnt/data/docx_work/query1.png">
            <a:extLst>
              <a:ext uri="{FF2B5EF4-FFF2-40B4-BE49-F238E27FC236}">
                <a16:creationId xmlns:a16="http://schemas.microsoft.com/office/drawing/2014/main" id="{325C245E-BC10-9784-A24D-5A92324C98C9}"/>
              </a:ext>
            </a:extLst>
          </p:cNvPr>
          <p:cNvPicPr>
            <a:picLocks noChangeAspect="1"/>
          </p:cNvPicPr>
          <p:nvPr/>
        </p:nvPicPr>
        <p:blipFill>
          <a:blip r:embed="rId2"/>
          <a:stretch>
            <a:fillRect/>
          </a:stretch>
        </p:blipFill>
        <p:spPr>
          <a:xfrm>
            <a:off x="717672" y="2236081"/>
            <a:ext cx="5187182" cy="3871032"/>
          </a:xfrm>
          <a:prstGeom prst="rect">
            <a:avLst/>
          </a:prstGeom>
        </p:spPr>
      </p:pic>
      <p:sp>
        <p:nvSpPr>
          <p:cNvPr id="5" name="Text 4">
            <a:extLst>
              <a:ext uri="{FF2B5EF4-FFF2-40B4-BE49-F238E27FC236}">
                <a16:creationId xmlns:a16="http://schemas.microsoft.com/office/drawing/2014/main" id="{BB0B4ED4-F4F1-5340-020F-626752962E3E}"/>
              </a:ext>
            </a:extLst>
          </p:cNvPr>
          <p:cNvSpPr/>
          <p:nvPr/>
        </p:nvSpPr>
        <p:spPr>
          <a:xfrm>
            <a:off x="6562757" y="2236081"/>
            <a:ext cx="4023360" cy="320040"/>
          </a:xfrm>
          <a:prstGeom prst="rect">
            <a:avLst/>
          </a:prstGeom>
          <a:noFill/>
          <a:ln/>
        </p:spPr>
        <p:txBody>
          <a:bodyPr wrap="square" lIns="0" tIns="0" rIns="0" bIns="0" rtlCol="0" anchor="ctr"/>
          <a:lstStyle/>
          <a:p>
            <a:pPr marL="0" indent="0">
              <a:buNone/>
            </a:pPr>
            <a:r>
              <a:rPr lang="en-US" sz="2000" b="1" dirty="0">
                <a:solidFill>
                  <a:schemeClr val="tx2"/>
                </a:solidFill>
              </a:rPr>
              <a:t>Main result</a:t>
            </a:r>
            <a:endParaRPr lang="en-US" sz="2000" dirty="0">
              <a:solidFill>
                <a:schemeClr val="tx2"/>
              </a:solidFill>
            </a:endParaRPr>
          </a:p>
        </p:txBody>
      </p:sp>
      <p:sp>
        <p:nvSpPr>
          <p:cNvPr id="6" name="Text 5">
            <a:extLst>
              <a:ext uri="{FF2B5EF4-FFF2-40B4-BE49-F238E27FC236}">
                <a16:creationId xmlns:a16="http://schemas.microsoft.com/office/drawing/2014/main" id="{A337795B-0E1F-C410-B2A9-0829792803E3}"/>
              </a:ext>
            </a:extLst>
          </p:cNvPr>
          <p:cNvSpPr/>
          <p:nvPr/>
        </p:nvSpPr>
        <p:spPr>
          <a:xfrm>
            <a:off x="6562757" y="2876161"/>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50</a:t>
            </a:r>
            <a:endParaRPr lang="en-US" sz="3400" dirty="0">
              <a:solidFill>
                <a:schemeClr val="tx1">
                  <a:lumMod val="50000"/>
                  <a:lumOff val="50000"/>
                </a:schemeClr>
              </a:solidFill>
            </a:endParaRPr>
          </a:p>
        </p:txBody>
      </p:sp>
      <p:sp>
        <p:nvSpPr>
          <p:cNvPr id="7" name="Text 6">
            <a:extLst>
              <a:ext uri="{FF2B5EF4-FFF2-40B4-BE49-F238E27FC236}">
                <a16:creationId xmlns:a16="http://schemas.microsoft.com/office/drawing/2014/main" id="{370CA617-8596-D3D2-8CA8-5EC6C3F5DA0C}"/>
              </a:ext>
            </a:extLst>
          </p:cNvPr>
          <p:cNvSpPr/>
          <p:nvPr/>
        </p:nvSpPr>
        <p:spPr>
          <a:xfrm>
            <a:off x="7248555" y="2975999"/>
            <a:ext cx="3794759" cy="320040"/>
          </a:xfrm>
          <a:prstGeom prst="rect">
            <a:avLst/>
          </a:prstGeom>
          <a:noFill/>
          <a:ln/>
        </p:spPr>
        <p:txBody>
          <a:bodyPr wrap="square" lIns="0" tIns="0" rIns="0" bIns="0" rtlCol="0" anchor="ctr"/>
          <a:lstStyle/>
          <a:p>
            <a:pPr marL="0" indent="0">
              <a:buNone/>
            </a:pPr>
            <a:r>
              <a:rPr lang="en-US" sz="2000" dirty="0">
                <a:solidFill>
                  <a:schemeClr val="tx2"/>
                </a:solidFill>
              </a:rPr>
              <a:t>Digital Humanities courses</a:t>
            </a:r>
          </a:p>
        </p:txBody>
      </p:sp>
      <p:sp>
        <p:nvSpPr>
          <p:cNvPr id="8" name="Text 7">
            <a:extLst>
              <a:ext uri="{FF2B5EF4-FFF2-40B4-BE49-F238E27FC236}">
                <a16:creationId xmlns:a16="http://schemas.microsoft.com/office/drawing/2014/main" id="{106B1BC7-AFBD-05FF-4CE1-CD0CD97F530D}"/>
              </a:ext>
            </a:extLst>
          </p:cNvPr>
          <p:cNvSpPr/>
          <p:nvPr/>
        </p:nvSpPr>
        <p:spPr>
          <a:xfrm>
            <a:off x="6562757" y="3561961"/>
            <a:ext cx="1828800" cy="502920"/>
          </a:xfrm>
          <a:prstGeom prst="rect">
            <a:avLst/>
          </a:prstGeom>
          <a:noFill/>
          <a:ln/>
        </p:spPr>
        <p:txBody>
          <a:bodyPr wrap="square" lIns="0" tIns="0" rIns="0" bIns="0" rtlCol="0" anchor="ctr"/>
          <a:lstStyle/>
          <a:p>
            <a:pPr marL="0" indent="0">
              <a:buNone/>
            </a:pPr>
            <a:r>
              <a:rPr lang="en-US" sz="3400" b="1" dirty="0">
                <a:solidFill>
                  <a:schemeClr val="tx1">
                    <a:lumMod val="50000"/>
                    <a:lumOff val="50000"/>
                  </a:schemeClr>
                </a:solidFill>
              </a:rPr>
              <a:t>29</a:t>
            </a:r>
            <a:endParaRPr lang="en-US" sz="3400" dirty="0">
              <a:solidFill>
                <a:schemeClr val="tx1">
                  <a:lumMod val="50000"/>
                  <a:lumOff val="50000"/>
                </a:schemeClr>
              </a:solidFill>
            </a:endParaRPr>
          </a:p>
        </p:txBody>
      </p:sp>
      <p:sp>
        <p:nvSpPr>
          <p:cNvPr id="9" name="Text 8">
            <a:extLst>
              <a:ext uri="{FF2B5EF4-FFF2-40B4-BE49-F238E27FC236}">
                <a16:creationId xmlns:a16="http://schemas.microsoft.com/office/drawing/2014/main" id="{CBF911C1-1FC7-40D2-EF40-BCBDF06A849B}"/>
              </a:ext>
            </a:extLst>
          </p:cNvPr>
          <p:cNvSpPr/>
          <p:nvPr/>
        </p:nvSpPr>
        <p:spPr>
          <a:xfrm>
            <a:off x="7248556" y="3670125"/>
            <a:ext cx="3794759" cy="320040"/>
          </a:xfrm>
          <a:prstGeom prst="rect">
            <a:avLst/>
          </a:prstGeom>
          <a:noFill/>
          <a:ln/>
        </p:spPr>
        <p:txBody>
          <a:bodyPr wrap="square" lIns="0" tIns="0" rIns="0" bIns="0" rtlCol="0" anchor="ctr"/>
          <a:lstStyle/>
          <a:p>
            <a:pPr marL="0" indent="0">
              <a:buNone/>
            </a:pPr>
            <a:r>
              <a:rPr lang="en-US" sz="2000" dirty="0">
                <a:solidFill>
                  <a:schemeClr val="tx2"/>
                </a:solidFill>
              </a:rPr>
              <a:t>Business Informatics courses</a:t>
            </a:r>
          </a:p>
        </p:txBody>
      </p:sp>
      <p:sp>
        <p:nvSpPr>
          <p:cNvPr id="10" name="Text 9">
            <a:extLst>
              <a:ext uri="{FF2B5EF4-FFF2-40B4-BE49-F238E27FC236}">
                <a16:creationId xmlns:a16="http://schemas.microsoft.com/office/drawing/2014/main" id="{8646D1E3-A4AD-4A4B-EEFD-6407994E0D34}"/>
              </a:ext>
            </a:extLst>
          </p:cNvPr>
          <p:cNvSpPr/>
          <p:nvPr/>
        </p:nvSpPr>
        <p:spPr>
          <a:xfrm>
            <a:off x="6562756" y="4218765"/>
            <a:ext cx="4480560" cy="548640"/>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In this dataset, Digital Humanities has the larger course structure.</a:t>
            </a:r>
          </a:p>
        </p:txBody>
      </p:sp>
      <p:sp>
        <p:nvSpPr>
          <p:cNvPr id="12" name="Shape 10">
            <a:extLst>
              <a:ext uri="{FF2B5EF4-FFF2-40B4-BE49-F238E27FC236}">
                <a16:creationId xmlns:a16="http://schemas.microsoft.com/office/drawing/2014/main" id="{91EC7AE7-418B-72E5-1135-3D1A1DB27340}"/>
              </a:ext>
            </a:extLst>
          </p:cNvPr>
          <p:cNvSpPr/>
          <p:nvPr/>
        </p:nvSpPr>
        <p:spPr>
          <a:xfrm>
            <a:off x="6562756" y="5104169"/>
            <a:ext cx="4802925" cy="853647"/>
          </a:xfrm>
          <a:prstGeom prst="roundRect">
            <a:avLst>
              <a:gd name="adj" fmla="val 6410"/>
            </a:avLst>
          </a:prstGeom>
          <a:solidFill>
            <a:srgbClr val="0B1220"/>
          </a:solidFill>
          <a:ln w="12700">
            <a:solidFill>
              <a:srgbClr val="334155"/>
            </a:solidFill>
            <a:prstDash val="solid"/>
          </a:ln>
        </p:spPr>
        <p:txBody>
          <a:bodyPr/>
          <a:lstStyle/>
          <a:p>
            <a:endParaRPr lang="en-BR" dirty="0">
              <a:solidFill>
                <a:schemeClr val="tx2"/>
              </a:solidFill>
            </a:endParaRPr>
          </a:p>
        </p:txBody>
      </p:sp>
      <p:sp>
        <p:nvSpPr>
          <p:cNvPr id="13" name="Text 11">
            <a:extLst>
              <a:ext uri="{FF2B5EF4-FFF2-40B4-BE49-F238E27FC236}">
                <a16:creationId xmlns:a16="http://schemas.microsoft.com/office/drawing/2014/main" id="{0D4437DE-6A0E-9085-9317-3927B9189DE9}"/>
              </a:ext>
            </a:extLst>
          </p:cNvPr>
          <p:cNvSpPr/>
          <p:nvPr/>
        </p:nvSpPr>
        <p:spPr>
          <a:xfrm>
            <a:off x="6727348" y="5232186"/>
            <a:ext cx="4559396" cy="547210"/>
          </a:xfrm>
          <a:prstGeom prst="rect">
            <a:avLst/>
          </a:prstGeom>
          <a:noFill/>
          <a:ln/>
        </p:spPr>
        <p:txBody>
          <a:bodyPr wrap="square" lIns="254" tIns="254" rIns="254" bIns="254" rtlCol="0" anchor="ctr">
            <a:normAutofit/>
          </a:bodyPr>
          <a:lstStyle/>
          <a:p>
            <a:pPr marL="0" indent="0">
              <a:buNone/>
            </a:pPr>
            <a:r>
              <a:rPr lang="en-US" sz="950" dirty="0">
                <a:solidFill>
                  <a:srgbClr val="94A3B8"/>
                </a:solidFill>
                <a:latin typeface="Aptos Mono" pitchFamily="34" charset="0"/>
                <a:ea typeface="Aptos Mono" pitchFamily="34" charset="-122"/>
                <a:cs typeface="Aptos Mono" pitchFamily="34" charset="-120"/>
              </a:rPr>
              <a:t>MATCH (p:StudyProgram)-[:HAS_COURSE]-&gt;(c:Course)</a:t>
            </a:r>
            <a:endParaRPr lang="en-US" sz="950" dirty="0"/>
          </a:p>
          <a:p>
            <a:pPr marL="0" indent="0">
              <a:buNone/>
            </a:pPr>
            <a:r>
              <a:rPr lang="en-US" sz="950" dirty="0">
                <a:solidFill>
                  <a:srgbClr val="94A3B8"/>
                </a:solidFill>
                <a:latin typeface="Aptos Mono" pitchFamily="34" charset="0"/>
                <a:ea typeface="Aptos Mono" pitchFamily="34" charset="-122"/>
                <a:cs typeface="Aptos Mono" pitchFamily="34" charset="-120"/>
              </a:rPr>
              <a:t>RETURN p.title AS programme, count(c) AS numberOfCourses</a:t>
            </a:r>
            <a:endParaRPr lang="en-US" sz="950" dirty="0"/>
          </a:p>
          <a:p>
            <a:pPr marL="0" indent="0">
              <a:buNone/>
            </a:pPr>
            <a:r>
              <a:rPr lang="en-US" sz="950" dirty="0">
                <a:solidFill>
                  <a:srgbClr val="94A3B8"/>
                </a:solidFill>
                <a:latin typeface="Aptos Mono" pitchFamily="34" charset="0"/>
                <a:ea typeface="Aptos Mono" pitchFamily="34" charset="-122"/>
                <a:cs typeface="Aptos Mono" pitchFamily="34" charset="-120"/>
              </a:rPr>
              <a:t>ORDER BY numberOfCourses DESC;</a:t>
            </a:r>
            <a:endParaRPr lang="en-US" sz="950" dirty="0"/>
          </a:p>
        </p:txBody>
      </p:sp>
    </p:spTree>
    <p:extLst>
      <p:ext uri="{BB962C8B-B14F-4D97-AF65-F5344CB8AC3E}">
        <p14:creationId xmlns:p14="http://schemas.microsoft.com/office/powerpoint/2010/main" val="1895454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BB13A-6645-9873-4EE8-62EBDEE6AC96}"/>
              </a:ext>
            </a:extLst>
          </p:cNvPr>
          <p:cNvSpPr>
            <a:spLocks noGrp="1"/>
          </p:cNvSpPr>
          <p:nvPr>
            <p:ph type="title"/>
          </p:nvPr>
        </p:nvSpPr>
        <p:spPr/>
        <p:txBody>
          <a:bodyPr>
            <a:normAutofit fontScale="90000"/>
          </a:bodyPr>
          <a:lstStyle/>
          <a:p>
            <a:r>
              <a:rPr lang="en-US" dirty="0"/>
              <a:t>Q</a:t>
            </a:r>
            <a:r>
              <a:rPr lang="en-BR" dirty="0"/>
              <a:t>uery 2 – courses with the most topics</a:t>
            </a:r>
            <a:br>
              <a:rPr lang="en-BR" dirty="0"/>
            </a:br>
            <a:endParaRPr lang="en-BR" dirty="0"/>
          </a:p>
        </p:txBody>
      </p:sp>
      <p:sp>
        <p:nvSpPr>
          <p:cNvPr id="3" name="Content Placeholder 2">
            <a:extLst>
              <a:ext uri="{FF2B5EF4-FFF2-40B4-BE49-F238E27FC236}">
                <a16:creationId xmlns:a16="http://schemas.microsoft.com/office/drawing/2014/main" id="{7EAEA115-50EE-CA46-092A-CE7B6C0589CA}"/>
              </a:ext>
            </a:extLst>
          </p:cNvPr>
          <p:cNvSpPr>
            <a:spLocks noGrp="1"/>
          </p:cNvSpPr>
          <p:nvPr>
            <p:ph idx="1"/>
          </p:nvPr>
        </p:nvSpPr>
        <p:spPr>
          <a:xfrm>
            <a:off x="533398" y="1748474"/>
            <a:ext cx="6828297" cy="4728524"/>
          </a:xfrm>
        </p:spPr>
        <p:txBody>
          <a:bodyPr/>
          <a:lstStyle/>
          <a:p>
            <a:pPr marL="0" indent="0">
              <a:buNone/>
            </a:pPr>
            <a:r>
              <a:rPr lang="en-US" sz="1600" dirty="0"/>
              <a:t>This helped me see which courses have the most detailed topic structure.</a:t>
            </a:r>
          </a:p>
          <a:p>
            <a:pPr marL="0" indent="0">
              <a:buNone/>
            </a:pPr>
            <a:endParaRPr lang="en-BR" dirty="0"/>
          </a:p>
        </p:txBody>
      </p:sp>
      <p:pic>
        <p:nvPicPr>
          <p:cNvPr id="4" name="Image 0" descr="/mnt/data/docx_work/query2.png">
            <a:extLst>
              <a:ext uri="{FF2B5EF4-FFF2-40B4-BE49-F238E27FC236}">
                <a16:creationId xmlns:a16="http://schemas.microsoft.com/office/drawing/2014/main" id="{3E8201C4-8B1B-4275-A245-9AF82155A730}"/>
              </a:ext>
            </a:extLst>
          </p:cNvPr>
          <p:cNvPicPr>
            <a:picLocks noChangeAspect="1"/>
          </p:cNvPicPr>
          <p:nvPr/>
        </p:nvPicPr>
        <p:blipFill>
          <a:blip r:embed="rId2"/>
          <a:stretch>
            <a:fillRect/>
          </a:stretch>
        </p:blipFill>
        <p:spPr>
          <a:xfrm>
            <a:off x="654029" y="2247898"/>
            <a:ext cx="5074920" cy="4229100"/>
          </a:xfrm>
          <a:prstGeom prst="rect">
            <a:avLst/>
          </a:prstGeom>
        </p:spPr>
      </p:pic>
      <p:sp>
        <p:nvSpPr>
          <p:cNvPr id="5" name="Text 4">
            <a:extLst>
              <a:ext uri="{FF2B5EF4-FFF2-40B4-BE49-F238E27FC236}">
                <a16:creationId xmlns:a16="http://schemas.microsoft.com/office/drawing/2014/main" id="{950A015C-F7A7-8618-B8EF-6F6624D8A82A}"/>
              </a:ext>
            </a:extLst>
          </p:cNvPr>
          <p:cNvSpPr/>
          <p:nvPr/>
        </p:nvSpPr>
        <p:spPr>
          <a:xfrm>
            <a:off x="6444763" y="2247898"/>
            <a:ext cx="4389120" cy="320040"/>
          </a:xfrm>
          <a:prstGeom prst="rect">
            <a:avLst/>
          </a:prstGeom>
          <a:noFill/>
          <a:ln/>
        </p:spPr>
        <p:txBody>
          <a:bodyPr wrap="square" lIns="0" tIns="0" rIns="0" bIns="0" rtlCol="0" anchor="ctr"/>
          <a:lstStyle/>
          <a:p>
            <a:pPr marL="0" indent="0">
              <a:buNone/>
            </a:pPr>
            <a:r>
              <a:rPr lang="en-US" sz="2300" b="1" dirty="0">
                <a:solidFill>
                  <a:schemeClr val="tx2"/>
                </a:solidFill>
              </a:rPr>
              <a:t>What stood out</a:t>
            </a:r>
            <a:endParaRPr lang="en-US" sz="2300" dirty="0">
              <a:solidFill>
                <a:schemeClr val="tx2"/>
              </a:solidFill>
            </a:endParaRPr>
          </a:p>
        </p:txBody>
      </p:sp>
      <p:sp>
        <p:nvSpPr>
          <p:cNvPr id="6" name="Text 5">
            <a:extLst>
              <a:ext uri="{FF2B5EF4-FFF2-40B4-BE49-F238E27FC236}">
                <a16:creationId xmlns:a16="http://schemas.microsoft.com/office/drawing/2014/main" id="{69E02C1D-E8F2-EE63-5A4D-3815075983FD}"/>
              </a:ext>
            </a:extLst>
          </p:cNvPr>
          <p:cNvSpPr/>
          <p:nvPr/>
        </p:nvSpPr>
        <p:spPr>
          <a:xfrm>
            <a:off x="6490483" y="2860546"/>
            <a:ext cx="164592" cy="228600"/>
          </a:xfrm>
          <a:prstGeom prst="rect">
            <a:avLst/>
          </a:prstGeom>
          <a:noFill/>
          <a:ln/>
        </p:spPr>
        <p:txBody>
          <a:bodyPr wrap="square" lIns="0" tIns="0" rIns="0" bIns="0" rtlCol="0" anchor="ctr"/>
          <a:lstStyle/>
          <a:p>
            <a:pPr marL="0" indent="0">
              <a:buNone/>
            </a:pPr>
            <a:r>
              <a:rPr lang="en-US" sz="1600" b="1" dirty="0">
                <a:solidFill>
                  <a:schemeClr val="tx2"/>
                </a:solidFill>
              </a:rPr>
              <a:t>•</a:t>
            </a:r>
            <a:endParaRPr lang="en-US" sz="1600" dirty="0">
              <a:solidFill>
                <a:schemeClr val="tx2"/>
              </a:solidFill>
            </a:endParaRPr>
          </a:p>
        </p:txBody>
      </p:sp>
      <p:sp>
        <p:nvSpPr>
          <p:cNvPr id="7" name="Text 6">
            <a:extLst>
              <a:ext uri="{FF2B5EF4-FFF2-40B4-BE49-F238E27FC236}">
                <a16:creationId xmlns:a16="http://schemas.microsoft.com/office/drawing/2014/main" id="{A565F201-1000-B353-6227-0007C710CCE4}"/>
              </a:ext>
            </a:extLst>
          </p:cNvPr>
          <p:cNvSpPr/>
          <p:nvPr/>
        </p:nvSpPr>
        <p:spPr>
          <a:xfrm>
            <a:off x="6783091" y="3045482"/>
            <a:ext cx="4754880" cy="320040"/>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Introduction to Knowledge Society Technology has 20 topics.</a:t>
            </a:r>
          </a:p>
          <a:p>
            <a:pPr marL="0" indent="0">
              <a:buNone/>
            </a:pPr>
            <a:endParaRPr lang="en-US" sz="2000" dirty="0">
              <a:solidFill>
                <a:schemeClr val="tx2"/>
              </a:solidFill>
            </a:endParaRPr>
          </a:p>
        </p:txBody>
      </p:sp>
      <p:sp>
        <p:nvSpPr>
          <p:cNvPr id="8" name="Text 7">
            <a:extLst>
              <a:ext uri="{FF2B5EF4-FFF2-40B4-BE49-F238E27FC236}">
                <a16:creationId xmlns:a16="http://schemas.microsoft.com/office/drawing/2014/main" id="{09DFAA4D-AFAF-1DA9-DFB0-1CF9FCEBE900}"/>
              </a:ext>
            </a:extLst>
          </p:cNvPr>
          <p:cNvSpPr/>
          <p:nvPr/>
        </p:nvSpPr>
        <p:spPr>
          <a:xfrm>
            <a:off x="6490483" y="3564634"/>
            <a:ext cx="164592" cy="228600"/>
          </a:xfrm>
          <a:prstGeom prst="rect">
            <a:avLst/>
          </a:prstGeom>
          <a:noFill/>
          <a:ln/>
        </p:spPr>
        <p:txBody>
          <a:bodyPr wrap="square" lIns="0" tIns="0" rIns="0" bIns="0" rtlCol="0" anchor="ctr"/>
          <a:lstStyle/>
          <a:p>
            <a:pPr marL="0" indent="0">
              <a:buNone/>
            </a:pPr>
            <a:r>
              <a:rPr lang="en-US" sz="1600" b="1" dirty="0">
                <a:solidFill>
                  <a:schemeClr val="tx2"/>
                </a:solidFill>
              </a:rPr>
              <a:t>•</a:t>
            </a:r>
            <a:endParaRPr lang="en-US" sz="1600" dirty="0">
              <a:solidFill>
                <a:schemeClr val="tx2"/>
              </a:solidFill>
            </a:endParaRPr>
          </a:p>
        </p:txBody>
      </p:sp>
      <p:sp>
        <p:nvSpPr>
          <p:cNvPr id="9" name="Text 8">
            <a:extLst>
              <a:ext uri="{FF2B5EF4-FFF2-40B4-BE49-F238E27FC236}">
                <a16:creationId xmlns:a16="http://schemas.microsoft.com/office/drawing/2014/main" id="{0CF54B60-78E2-CC90-7629-B1AE1F2493F2}"/>
              </a:ext>
            </a:extLst>
          </p:cNvPr>
          <p:cNvSpPr/>
          <p:nvPr/>
        </p:nvSpPr>
        <p:spPr>
          <a:xfrm>
            <a:off x="6741763" y="3558224"/>
            <a:ext cx="4754880" cy="433877"/>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Digital Textuality: Interdisciplinary Approach has 19.</a:t>
            </a:r>
          </a:p>
        </p:txBody>
      </p:sp>
      <p:sp>
        <p:nvSpPr>
          <p:cNvPr id="10" name="Text 9">
            <a:extLst>
              <a:ext uri="{FF2B5EF4-FFF2-40B4-BE49-F238E27FC236}">
                <a16:creationId xmlns:a16="http://schemas.microsoft.com/office/drawing/2014/main" id="{4A679496-7291-A98C-BFF0-529C9DFA05BA}"/>
              </a:ext>
            </a:extLst>
          </p:cNvPr>
          <p:cNvSpPr/>
          <p:nvPr/>
        </p:nvSpPr>
        <p:spPr>
          <a:xfrm>
            <a:off x="6490483" y="4268722"/>
            <a:ext cx="164592" cy="228600"/>
          </a:xfrm>
          <a:prstGeom prst="rect">
            <a:avLst/>
          </a:prstGeom>
          <a:noFill/>
          <a:ln/>
        </p:spPr>
        <p:txBody>
          <a:bodyPr wrap="square" lIns="0" tIns="0" rIns="0" bIns="0" rtlCol="0" anchor="ctr"/>
          <a:lstStyle/>
          <a:p>
            <a:pPr marL="0" indent="0">
              <a:buNone/>
            </a:pPr>
            <a:r>
              <a:rPr lang="en-US" sz="1600" b="1" dirty="0">
                <a:solidFill>
                  <a:schemeClr val="tx2"/>
                </a:solidFill>
              </a:rPr>
              <a:t>•</a:t>
            </a:r>
            <a:endParaRPr lang="en-US" sz="1600" dirty="0">
              <a:solidFill>
                <a:schemeClr val="tx2"/>
              </a:solidFill>
            </a:endParaRPr>
          </a:p>
        </p:txBody>
      </p:sp>
      <p:sp>
        <p:nvSpPr>
          <p:cNvPr id="11" name="Text 10">
            <a:extLst>
              <a:ext uri="{FF2B5EF4-FFF2-40B4-BE49-F238E27FC236}">
                <a16:creationId xmlns:a16="http://schemas.microsoft.com/office/drawing/2014/main" id="{68423704-FB7B-A77F-0F56-2BDD19324127}"/>
              </a:ext>
            </a:extLst>
          </p:cNvPr>
          <p:cNvSpPr/>
          <p:nvPr/>
        </p:nvSpPr>
        <p:spPr>
          <a:xfrm>
            <a:off x="6741763" y="4268723"/>
            <a:ext cx="4754880" cy="527602"/>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Audio and Video Data Processing also has 19.</a:t>
            </a:r>
          </a:p>
        </p:txBody>
      </p:sp>
      <p:sp>
        <p:nvSpPr>
          <p:cNvPr id="12" name="Text 11">
            <a:extLst>
              <a:ext uri="{FF2B5EF4-FFF2-40B4-BE49-F238E27FC236}">
                <a16:creationId xmlns:a16="http://schemas.microsoft.com/office/drawing/2014/main" id="{F2C3D439-32CC-68D5-6200-E9BFDCDF76DF}"/>
              </a:ext>
            </a:extLst>
          </p:cNvPr>
          <p:cNvSpPr/>
          <p:nvPr/>
        </p:nvSpPr>
        <p:spPr>
          <a:xfrm>
            <a:off x="6490483" y="5094287"/>
            <a:ext cx="5168116" cy="603504"/>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My interpretation: these courses are either broader or broken into more detailed topic units.</a:t>
            </a:r>
          </a:p>
        </p:txBody>
      </p:sp>
    </p:spTree>
    <p:extLst>
      <p:ext uri="{BB962C8B-B14F-4D97-AF65-F5344CB8AC3E}">
        <p14:creationId xmlns:p14="http://schemas.microsoft.com/office/powerpoint/2010/main" val="1380212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1245D-9FB8-29D3-70CD-E96D2AEA4CC5}"/>
              </a:ext>
            </a:extLst>
          </p:cNvPr>
          <p:cNvSpPr>
            <a:spLocks noGrp="1"/>
          </p:cNvSpPr>
          <p:nvPr>
            <p:ph type="title"/>
          </p:nvPr>
        </p:nvSpPr>
        <p:spPr>
          <a:xfrm>
            <a:off x="533398" y="1016955"/>
            <a:ext cx="11338304" cy="746759"/>
          </a:xfrm>
        </p:spPr>
        <p:txBody>
          <a:bodyPr>
            <a:noAutofit/>
          </a:bodyPr>
          <a:lstStyle/>
          <a:p>
            <a:r>
              <a:rPr lang="en-US" sz="3000" dirty="0"/>
              <a:t>Q</a:t>
            </a:r>
            <a:r>
              <a:rPr lang="en-BR" sz="3000" dirty="0"/>
              <a:t>uery 3 – courses with the most learning outcomes</a:t>
            </a:r>
          </a:p>
        </p:txBody>
      </p:sp>
      <p:sp>
        <p:nvSpPr>
          <p:cNvPr id="3" name="Content Placeholder 2">
            <a:extLst>
              <a:ext uri="{FF2B5EF4-FFF2-40B4-BE49-F238E27FC236}">
                <a16:creationId xmlns:a16="http://schemas.microsoft.com/office/drawing/2014/main" id="{67D5E76A-6717-0EE9-0E6B-A00BD5D142F5}"/>
              </a:ext>
            </a:extLst>
          </p:cNvPr>
          <p:cNvSpPr>
            <a:spLocks noGrp="1"/>
          </p:cNvSpPr>
          <p:nvPr>
            <p:ph idx="1"/>
          </p:nvPr>
        </p:nvSpPr>
        <p:spPr>
          <a:xfrm>
            <a:off x="533397" y="1824708"/>
            <a:ext cx="6611321" cy="4728524"/>
          </a:xfrm>
        </p:spPr>
        <p:txBody>
          <a:bodyPr/>
          <a:lstStyle/>
          <a:p>
            <a:pPr marL="0" indent="0">
              <a:buNone/>
            </a:pPr>
            <a:r>
              <a:rPr lang="en-US" sz="1600" dirty="0"/>
              <a:t>This query shows where the most learning outcomes are attached.</a:t>
            </a:r>
          </a:p>
          <a:p>
            <a:endParaRPr lang="en-BR" dirty="0"/>
          </a:p>
        </p:txBody>
      </p:sp>
      <p:pic>
        <p:nvPicPr>
          <p:cNvPr id="4" name="Image 0" descr="/mnt/data/docx_work/query3.png">
            <a:extLst>
              <a:ext uri="{FF2B5EF4-FFF2-40B4-BE49-F238E27FC236}">
                <a16:creationId xmlns:a16="http://schemas.microsoft.com/office/drawing/2014/main" id="{109BB8D6-79DF-12AB-93C5-D04F3AB7340F}"/>
              </a:ext>
            </a:extLst>
          </p:cNvPr>
          <p:cNvPicPr>
            <a:picLocks noChangeAspect="1"/>
          </p:cNvPicPr>
          <p:nvPr/>
        </p:nvPicPr>
        <p:blipFill>
          <a:blip r:embed="rId2"/>
          <a:stretch>
            <a:fillRect/>
          </a:stretch>
        </p:blipFill>
        <p:spPr>
          <a:xfrm>
            <a:off x="654029" y="2256729"/>
            <a:ext cx="4909864" cy="4284097"/>
          </a:xfrm>
          <a:prstGeom prst="rect">
            <a:avLst/>
          </a:prstGeom>
        </p:spPr>
      </p:pic>
      <p:sp>
        <p:nvSpPr>
          <p:cNvPr id="5" name="Text 4">
            <a:extLst>
              <a:ext uri="{FF2B5EF4-FFF2-40B4-BE49-F238E27FC236}">
                <a16:creationId xmlns:a16="http://schemas.microsoft.com/office/drawing/2014/main" id="{82504492-2AEE-DA49-8864-94A740B95B50}"/>
              </a:ext>
            </a:extLst>
          </p:cNvPr>
          <p:cNvSpPr/>
          <p:nvPr/>
        </p:nvSpPr>
        <p:spPr>
          <a:xfrm>
            <a:off x="6473126" y="2256729"/>
            <a:ext cx="4389120" cy="320040"/>
          </a:xfrm>
          <a:prstGeom prst="rect">
            <a:avLst/>
          </a:prstGeom>
          <a:noFill/>
          <a:ln/>
        </p:spPr>
        <p:txBody>
          <a:bodyPr wrap="square" lIns="0" tIns="0" rIns="0" bIns="0" rtlCol="0" anchor="ctr"/>
          <a:lstStyle/>
          <a:p>
            <a:pPr marL="0" indent="0">
              <a:buNone/>
            </a:pPr>
            <a:r>
              <a:rPr lang="en-US" sz="2300" b="1" dirty="0">
                <a:solidFill>
                  <a:schemeClr val="tx2"/>
                </a:solidFill>
              </a:rPr>
              <a:t>Top results</a:t>
            </a:r>
            <a:endParaRPr lang="en-US" sz="2300" dirty="0">
              <a:solidFill>
                <a:schemeClr val="tx2"/>
              </a:solidFill>
            </a:endParaRPr>
          </a:p>
        </p:txBody>
      </p:sp>
      <p:sp>
        <p:nvSpPr>
          <p:cNvPr id="6" name="Text 5">
            <a:extLst>
              <a:ext uri="{FF2B5EF4-FFF2-40B4-BE49-F238E27FC236}">
                <a16:creationId xmlns:a16="http://schemas.microsoft.com/office/drawing/2014/main" id="{83669CE2-7E5C-0CEA-CC25-F1B40EFEF7B2}"/>
              </a:ext>
            </a:extLst>
          </p:cNvPr>
          <p:cNvSpPr/>
          <p:nvPr/>
        </p:nvSpPr>
        <p:spPr>
          <a:xfrm>
            <a:off x="6490483" y="2774534"/>
            <a:ext cx="164592" cy="228600"/>
          </a:xfrm>
          <a:prstGeom prst="rect">
            <a:avLst/>
          </a:prstGeom>
          <a:noFill/>
          <a:ln/>
        </p:spPr>
        <p:txBody>
          <a:bodyPr wrap="square" lIns="0" tIns="0" rIns="0" bIns="0" rtlCol="0" anchor="ctr"/>
          <a:lstStyle/>
          <a:p>
            <a:pPr marL="0" indent="0">
              <a:buNone/>
            </a:pPr>
            <a:r>
              <a:rPr lang="en-US" sz="1600" b="1" dirty="0">
                <a:solidFill>
                  <a:schemeClr val="tx2"/>
                </a:solidFill>
              </a:rPr>
              <a:t>•</a:t>
            </a:r>
            <a:endParaRPr lang="en-US" sz="1600" dirty="0">
              <a:solidFill>
                <a:schemeClr val="tx2"/>
              </a:solidFill>
            </a:endParaRPr>
          </a:p>
        </p:txBody>
      </p:sp>
      <p:sp>
        <p:nvSpPr>
          <p:cNvPr id="7" name="Text 6">
            <a:extLst>
              <a:ext uri="{FF2B5EF4-FFF2-40B4-BE49-F238E27FC236}">
                <a16:creationId xmlns:a16="http://schemas.microsoft.com/office/drawing/2014/main" id="{8A4D8308-554E-CE7A-68C1-8FCA652F8ED9}"/>
              </a:ext>
            </a:extLst>
          </p:cNvPr>
          <p:cNvSpPr/>
          <p:nvPr/>
        </p:nvSpPr>
        <p:spPr>
          <a:xfrm>
            <a:off x="6783091" y="2774534"/>
            <a:ext cx="4754880" cy="320040"/>
          </a:xfrm>
          <a:prstGeom prst="rect">
            <a:avLst/>
          </a:prstGeom>
          <a:noFill/>
          <a:ln/>
        </p:spPr>
        <p:txBody>
          <a:bodyPr wrap="square" lIns="254" tIns="254" rIns="254" bIns="254" rtlCol="0" anchor="ctr">
            <a:normAutofit/>
          </a:bodyPr>
          <a:lstStyle/>
          <a:p>
            <a:pPr marL="0" indent="0">
              <a:buNone/>
            </a:pPr>
            <a:r>
              <a:rPr lang="en-US" sz="1600" dirty="0">
                <a:solidFill>
                  <a:schemeClr val="tx2"/>
                </a:solidFill>
              </a:rPr>
              <a:t>Master Thesis has 11 learning outcomes.</a:t>
            </a:r>
          </a:p>
        </p:txBody>
      </p:sp>
      <p:sp>
        <p:nvSpPr>
          <p:cNvPr id="8" name="Text 7">
            <a:extLst>
              <a:ext uri="{FF2B5EF4-FFF2-40B4-BE49-F238E27FC236}">
                <a16:creationId xmlns:a16="http://schemas.microsoft.com/office/drawing/2014/main" id="{839A1319-93B7-0CA5-AB2F-4270DF171DA7}"/>
              </a:ext>
            </a:extLst>
          </p:cNvPr>
          <p:cNvSpPr/>
          <p:nvPr/>
        </p:nvSpPr>
        <p:spPr>
          <a:xfrm>
            <a:off x="6473126" y="3216464"/>
            <a:ext cx="164592" cy="228600"/>
          </a:xfrm>
          <a:prstGeom prst="rect">
            <a:avLst/>
          </a:prstGeom>
          <a:noFill/>
          <a:ln/>
        </p:spPr>
        <p:txBody>
          <a:bodyPr wrap="square" lIns="0" tIns="0" rIns="0" bIns="0" rtlCol="0" anchor="ctr"/>
          <a:lstStyle/>
          <a:p>
            <a:pPr marL="0" indent="0">
              <a:buNone/>
            </a:pPr>
            <a:r>
              <a:rPr lang="en-US" sz="1600" b="1" dirty="0">
                <a:solidFill>
                  <a:schemeClr val="tx2"/>
                </a:solidFill>
              </a:rPr>
              <a:t>•</a:t>
            </a:r>
            <a:endParaRPr lang="en-US" sz="1600" dirty="0">
              <a:solidFill>
                <a:schemeClr val="tx2"/>
              </a:solidFill>
            </a:endParaRPr>
          </a:p>
        </p:txBody>
      </p:sp>
      <p:sp>
        <p:nvSpPr>
          <p:cNvPr id="9" name="Text 8">
            <a:extLst>
              <a:ext uri="{FF2B5EF4-FFF2-40B4-BE49-F238E27FC236}">
                <a16:creationId xmlns:a16="http://schemas.microsoft.com/office/drawing/2014/main" id="{B454B707-BF1D-9844-22BD-ADFA2CB121B4}"/>
              </a:ext>
            </a:extLst>
          </p:cNvPr>
          <p:cNvSpPr/>
          <p:nvPr/>
        </p:nvSpPr>
        <p:spPr>
          <a:xfrm>
            <a:off x="6765734" y="3216464"/>
            <a:ext cx="4754880" cy="320040"/>
          </a:xfrm>
          <a:prstGeom prst="rect">
            <a:avLst/>
          </a:prstGeom>
          <a:noFill/>
          <a:ln/>
        </p:spPr>
        <p:txBody>
          <a:bodyPr wrap="square" lIns="254" tIns="254" rIns="254" bIns="254" rtlCol="0" anchor="ctr">
            <a:normAutofit/>
          </a:bodyPr>
          <a:lstStyle/>
          <a:p>
            <a:pPr marL="0" indent="0">
              <a:buNone/>
            </a:pPr>
            <a:r>
              <a:rPr lang="en-US" sz="1600" dirty="0">
                <a:solidFill>
                  <a:schemeClr val="tx2"/>
                </a:solidFill>
              </a:rPr>
              <a:t>Artificial Intelligence in Humanities also has 11.</a:t>
            </a:r>
          </a:p>
        </p:txBody>
      </p:sp>
      <p:sp>
        <p:nvSpPr>
          <p:cNvPr id="10" name="Text 9">
            <a:extLst>
              <a:ext uri="{FF2B5EF4-FFF2-40B4-BE49-F238E27FC236}">
                <a16:creationId xmlns:a16="http://schemas.microsoft.com/office/drawing/2014/main" id="{1A302DD7-05A9-526F-2BC0-7DB7EB4C3EE5}"/>
              </a:ext>
            </a:extLst>
          </p:cNvPr>
          <p:cNvSpPr/>
          <p:nvPr/>
        </p:nvSpPr>
        <p:spPr>
          <a:xfrm>
            <a:off x="6473126" y="3653527"/>
            <a:ext cx="164592" cy="228600"/>
          </a:xfrm>
          <a:prstGeom prst="rect">
            <a:avLst/>
          </a:prstGeom>
          <a:noFill/>
          <a:ln/>
        </p:spPr>
        <p:txBody>
          <a:bodyPr wrap="square" lIns="0" tIns="0" rIns="0" bIns="0" rtlCol="0" anchor="ctr"/>
          <a:lstStyle/>
          <a:p>
            <a:pPr marL="0" indent="0">
              <a:buNone/>
            </a:pPr>
            <a:r>
              <a:rPr lang="en-US" sz="1600" b="1" dirty="0">
                <a:solidFill>
                  <a:schemeClr val="tx2"/>
                </a:solidFill>
              </a:rPr>
              <a:t>•</a:t>
            </a:r>
            <a:endParaRPr lang="en-US" sz="1600" dirty="0">
              <a:solidFill>
                <a:schemeClr val="tx2"/>
              </a:solidFill>
            </a:endParaRPr>
          </a:p>
        </p:txBody>
      </p:sp>
      <p:sp>
        <p:nvSpPr>
          <p:cNvPr id="11" name="Text 10">
            <a:extLst>
              <a:ext uri="{FF2B5EF4-FFF2-40B4-BE49-F238E27FC236}">
                <a16:creationId xmlns:a16="http://schemas.microsoft.com/office/drawing/2014/main" id="{F0C2E67A-985C-A970-FAEA-082EB0DC6D59}"/>
              </a:ext>
            </a:extLst>
          </p:cNvPr>
          <p:cNvSpPr/>
          <p:nvPr/>
        </p:nvSpPr>
        <p:spPr>
          <a:xfrm>
            <a:off x="6765734" y="3653527"/>
            <a:ext cx="4754880" cy="320040"/>
          </a:xfrm>
          <a:prstGeom prst="rect">
            <a:avLst/>
          </a:prstGeom>
          <a:noFill/>
          <a:ln/>
        </p:spPr>
        <p:txBody>
          <a:bodyPr wrap="square" lIns="254" tIns="254" rIns="254" bIns="254" rtlCol="0" anchor="ctr">
            <a:normAutofit/>
          </a:bodyPr>
          <a:lstStyle/>
          <a:p>
            <a:pPr marL="0" indent="0">
              <a:buNone/>
            </a:pPr>
            <a:r>
              <a:rPr lang="en-US" sz="1600" dirty="0">
                <a:solidFill>
                  <a:schemeClr val="tx2"/>
                </a:solidFill>
              </a:rPr>
              <a:t>Communication and Presentation Skills has 10.</a:t>
            </a:r>
          </a:p>
        </p:txBody>
      </p:sp>
      <p:sp>
        <p:nvSpPr>
          <p:cNvPr id="12" name="Text 11">
            <a:extLst>
              <a:ext uri="{FF2B5EF4-FFF2-40B4-BE49-F238E27FC236}">
                <a16:creationId xmlns:a16="http://schemas.microsoft.com/office/drawing/2014/main" id="{41B64CFA-0635-737C-43A5-893D998F7209}"/>
              </a:ext>
            </a:extLst>
          </p:cNvPr>
          <p:cNvSpPr/>
          <p:nvPr/>
        </p:nvSpPr>
        <p:spPr>
          <a:xfrm>
            <a:off x="6473126" y="4179602"/>
            <a:ext cx="4663440" cy="603504"/>
          </a:xfrm>
          <a:prstGeom prst="rect">
            <a:avLst/>
          </a:prstGeom>
          <a:noFill/>
          <a:ln/>
        </p:spPr>
        <p:txBody>
          <a:bodyPr wrap="square" lIns="254" tIns="254" rIns="254" bIns="254" rtlCol="0" anchor="ctr">
            <a:normAutofit fontScale="92500"/>
          </a:bodyPr>
          <a:lstStyle/>
          <a:p>
            <a:pPr marL="0" indent="0">
              <a:buNone/>
            </a:pPr>
            <a:r>
              <a:rPr lang="en-US" sz="1850" dirty="0">
                <a:solidFill>
                  <a:schemeClr val="tx2"/>
                </a:solidFill>
              </a:rPr>
              <a:t>This makes it easy to spot courses with a larger number of explicitly described objectives.</a:t>
            </a:r>
          </a:p>
        </p:txBody>
      </p:sp>
    </p:spTree>
    <p:extLst>
      <p:ext uri="{BB962C8B-B14F-4D97-AF65-F5344CB8AC3E}">
        <p14:creationId xmlns:p14="http://schemas.microsoft.com/office/powerpoint/2010/main" val="2427226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F7167-FB81-3A86-BDD5-E92529B20812}"/>
              </a:ext>
            </a:extLst>
          </p:cNvPr>
          <p:cNvSpPr>
            <a:spLocks noGrp="1"/>
          </p:cNvSpPr>
          <p:nvPr>
            <p:ph type="title"/>
          </p:nvPr>
        </p:nvSpPr>
        <p:spPr/>
        <p:txBody>
          <a:bodyPr>
            <a:normAutofit fontScale="90000"/>
          </a:bodyPr>
          <a:lstStyle/>
          <a:p>
            <a:r>
              <a:rPr lang="en-US" dirty="0"/>
              <a:t>Q</a:t>
            </a:r>
            <a:r>
              <a:rPr lang="en-BR" dirty="0"/>
              <a:t>uery 4 – course load and average credits</a:t>
            </a:r>
          </a:p>
        </p:txBody>
      </p:sp>
      <p:sp>
        <p:nvSpPr>
          <p:cNvPr id="3" name="Content Placeholder 2">
            <a:extLst>
              <a:ext uri="{FF2B5EF4-FFF2-40B4-BE49-F238E27FC236}">
                <a16:creationId xmlns:a16="http://schemas.microsoft.com/office/drawing/2014/main" id="{C8E523DE-5466-D546-DAAF-F4C1FA63D0C3}"/>
              </a:ext>
            </a:extLst>
          </p:cNvPr>
          <p:cNvSpPr>
            <a:spLocks noGrp="1"/>
          </p:cNvSpPr>
          <p:nvPr>
            <p:ph idx="1"/>
          </p:nvPr>
        </p:nvSpPr>
        <p:spPr/>
        <p:txBody>
          <a:bodyPr/>
          <a:lstStyle/>
          <a:p>
            <a:pPr marL="0" indent="0">
              <a:buNone/>
            </a:pPr>
            <a:r>
              <a:rPr lang="en-US" sz="1600" dirty="0"/>
              <a:t>This query compares </a:t>
            </a:r>
            <a:r>
              <a:rPr lang="en-US" sz="1600" dirty="0" err="1"/>
              <a:t>programme</a:t>
            </a:r>
            <a:r>
              <a:rPr lang="en-US" sz="1600" dirty="0"/>
              <a:t> size with average course credits.</a:t>
            </a:r>
          </a:p>
          <a:p>
            <a:pPr marL="0" indent="0">
              <a:buNone/>
            </a:pPr>
            <a:endParaRPr lang="en-BR" dirty="0"/>
          </a:p>
        </p:txBody>
      </p:sp>
      <p:pic>
        <p:nvPicPr>
          <p:cNvPr id="5" name="Image 0" descr="/mnt/data/image(20261007-145304).png">
            <a:extLst>
              <a:ext uri="{FF2B5EF4-FFF2-40B4-BE49-F238E27FC236}">
                <a16:creationId xmlns:a16="http://schemas.microsoft.com/office/drawing/2014/main" id="{056D506D-71A5-4AC4-6207-D522009B4A05}"/>
              </a:ext>
            </a:extLst>
          </p:cNvPr>
          <p:cNvPicPr>
            <a:picLocks noChangeAspect="1"/>
          </p:cNvPicPr>
          <p:nvPr/>
        </p:nvPicPr>
        <p:blipFill>
          <a:blip r:embed="rId2"/>
          <a:stretch>
            <a:fillRect/>
          </a:stretch>
        </p:blipFill>
        <p:spPr>
          <a:xfrm>
            <a:off x="654803" y="2215274"/>
            <a:ext cx="6626777" cy="3782570"/>
          </a:xfrm>
          <a:prstGeom prst="rect">
            <a:avLst/>
          </a:prstGeom>
        </p:spPr>
      </p:pic>
      <p:sp>
        <p:nvSpPr>
          <p:cNvPr id="6" name="Text 4">
            <a:extLst>
              <a:ext uri="{FF2B5EF4-FFF2-40B4-BE49-F238E27FC236}">
                <a16:creationId xmlns:a16="http://schemas.microsoft.com/office/drawing/2014/main" id="{86909B2F-F865-4A1F-ED15-79D7F2B1FA1B}"/>
              </a:ext>
            </a:extLst>
          </p:cNvPr>
          <p:cNvSpPr/>
          <p:nvPr/>
        </p:nvSpPr>
        <p:spPr>
          <a:xfrm>
            <a:off x="7575315" y="2175193"/>
            <a:ext cx="3840480" cy="320040"/>
          </a:xfrm>
          <a:prstGeom prst="rect">
            <a:avLst/>
          </a:prstGeom>
          <a:noFill/>
          <a:ln/>
        </p:spPr>
        <p:txBody>
          <a:bodyPr wrap="square" lIns="0" tIns="0" rIns="0" bIns="0" rtlCol="0" anchor="ctr"/>
          <a:lstStyle/>
          <a:p>
            <a:pPr marL="0" indent="0">
              <a:buNone/>
            </a:pPr>
            <a:r>
              <a:rPr lang="en-US" sz="2300" b="1" dirty="0">
                <a:solidFill>
                  <a:schemeClr val="tx2"/>
                </a:solidFill>
              </a:rPr>
              <a:t>A useful comparison</a:t>
            </a:r>
            <a:endParaRPr lang="en-US" sz="2300" dirty="0">
              <a:solidFill>
                <a:schemeClr val="tx2"/>
              </a:solidFill>
            </a:endParaRPr>
          </a:p>
        </p:txBody>
      </p:sp>
      <p:sp>
        <p:nvSpPr>
          <p:cNvPr id="7" name="Text 5">
            <a:extLst>
              <a:ext uri="{FF2B5EF4-FFF2-40B4-BE49-F238E27FC236}">
                <a16:creationId xmlns:a16="http://schemas.microsoft.com/office/drawing/2014/main" id="{6815256E-4033-50CA-C772-607600B44508}"/>
              </a:ext>
            </a:extLst>
          </p:cNvPr>
          <p:cNvSpPr/>
          <p:nvPr/>
        </p:nvSpPr>
        <p:spPr>
          <a:xfrm>
            <a:off x="7575315" y="3135660"/>
            <a:ext cx="3794760" cy="1671200"/>
          </a:xfrm>
          <a:prstGeom prst="rect">
            <a:avLst/>
          </a:prstGeom>
          <a:noFill/>
          <a:ln/>
        </p:spPr>
        <p:txBody>
          <a:bodyPr wrap="square" lIns="254" tIns="254" rIns="254" bIns="254" rtlCol="0" anchor="ctr">
            <a:noAutofit/>
          </a:bodyPr>
          <a:lstStyle/>
          <a:p>
            <a:pPr marL="0" indent="0">
              <a:buNone/>
            </a:pPr>
            <a:r>
              <a:rPr lang="en-US" sz="2000" dirty="0">
                <a:solidFill>
                  <a:schemeClr val="tx2"/>
                </a:solidFill>
              </a:rPr>
              <a:t>Digital Humanities has more courses, but the average credit value is lower.</a:t>
            </a:r>
          </a:p>
          <a:p>
            <a:pPr marL="0" indent="0">
              <a:buNone/>
            </a:pPr>
            <a:endParaRPr lang="en-US" sz="2000" dirty="0">
              <a:solidFill>
                <a:schemeClr val="tx2"/>
              </a:solidFill>
            </a:endParaRPr>
          </a:p>
          <a:p>
            <a:r>
              <a:rPr lang="en-US" sz="2000" dirty="0">
                <a:solidFill>
                  <a:schemeClr val="tx2"/>
                </a:solidFill>
              </a:rPr>
              <a:t>Business Informatics has fewer courses, but the average credit value is higher.</a:t>
            </a:r>
          </a:p>
          <a:p>
            <a:pPr marL="0" indent="0">
              <a:buNone/>
            </a:pPr>
            <a:endParaRPr lang="en-US" sz="2000" dirty="0">
              <a:solidFill>
                <a:schemeClr val="tx2"/>
              </a:solidFill>
            </a:endParaRPr>
          </a:p>
        </p:txBody>
      </p:sp>
      <p:sp>
        <p:nvSpPr>
          <p:cNvPr id="8" name="Text 6">
            <a:extLst>
              <a:ext uri="{FF2B5EF4-FFF2-40B4-BE49-F238E27FC236}">
                <a16:creationId xmlns:a16="http://schemas.microsoft.com/office/drawing/2014/main" id="{E8E7BF18-0EC2-5DA8-D452-B4ABD06AC8AC}"/>
              </a:ext>
            </a:extLst>
          </p:cNvPr>
          <p:cNvSpPr/>
          <p:nvPr/>
        </p:nvSpPr>
        <p:spPr>
          <a:xfrm>
            <a:off x="7575315" y="3404344"/>
            <a:ext cx="3794760" cy="685800"/>
          </a:xfrm>
          <a:prstGeom prst="rect">
            <a:avLst/>
          </a:prstGeom>
          <a:noFill/>
          <a:ln/>
        </p:spPr>
        <p:txBody>
          <a:bodyPr wrap="square" lIns="254" tIns="254" rIns="254" bIns="254" rtlCol="0" anchor="ctr">
            <a:normAutofit/>
          </a:bodyPr>
          <a:lstStyle/>
          <a:p>
            <a:pPr marL="0" indent="0">
              <a:buNone/>
            </a:pPr>
            <a:endParaRPr lang="en-US" sz="1850" dirty="0">
              <a:solidFill>
                <a:schemeClr val="tx2"/>
              </a:solidFill>
            </a:endParaRPr>
          </a:p>
        </p:txBody>
      </p:sp>
      <p:sp>
        <p:nvSpPr>
          <p:cNvPr id="9" name="Text 7">
            <a:extLst>
              <a:ext uri="{FF2B5EF4-FFF2-40B4-BE49-F238E27FC236}">
                <a16:creationId xmlns:a16="http://schemas.microsoft.com/office/drawing/2014/main" id="{55B39216-CD5F-0318-76A9-F4505A334280}"/>
              </a:ext>
            </a:extLst>
          </p:cNvPr>
          <p:cNvSpPr/>
          <p:nvPr/>
        </p:nvSpPr>
        <p:spPr>
          <a:xfrm>
            <a:off x="7575315" y="5267025"/>
            <a:ext cx="3977640" cy="749808"/>
          </a:xfrm>
          <a:prstGeom prst="rect">
            <a:avLst/>
          </a:prstGeom>
          <a:noFill/>
          <a:ln/>
        </p:spPr>
        <p:txBody>
          <a:bodyPr wrap="square" lIns="254" tIns="254" rIns="254" bIns="254" rtlCol="0" anchor="ctr">
            <a:normAutofit fontScale="85000" lnSpcReduction="20000"/>
          </a:bodyPr>
          <a:lstStyle/>
          <a:p>
            <a:pPr marL="0" indent="0">
              <a:buNone/>
            </a:pPr>
            <a:r>
              <a:rPr lang="en-US" sz="1750" b="1" dirty="0">
                <a:solidFill>
                  <a:schemeClr val="tx2"/>
                </a:solidFill>
              </a:rPr>
              <a:t>Digital Humanities: 50 courses, 4.56 avg credits</a:t>
            </a:r>
            <a:endParaRPr lang="en-US" sz="1750" dirty="0">
              <a:solidFill>
                <a:schemeClr val="tx2"/>
              </a:solidFill>
            </a:endParaRPr>
          </a:p>
          <a:p>
            <a:pPr marL="0" indent="0">
              <a:buNone/>
            </a:pPr>
            <a:r>
              <a:rPr lang="en-US" sz="1750" b="1" dirty="0">
                <a:solidFill>
                  <a:schemeClr val="tx2"/>
                </a:solidFill>
              </a:rPr>
              <a:t>Business Informatics: 29 courses, 6.31 avg credits</a:t>
            </a:r>
            <a:endParaRPr lang="en-US" sz="1750" dirty="0">
              <a:solidFill>
                <a:schemeClr val="tx2"/>
              </a:solidFill>
            </a:endParaRPr>
          </a:p>
        </p:txBody>
      </p:sp>
    </p:spTree>
    <p:extLst>
      <p:ext uri="{BB962C8B-B14F-4D97-AF65-F5344CB8AC3E}">
        <p14:creationId xmlns:p14="http://schemas.microsoft.com/office/powerpoint/2010/main" val="1029119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80D76-DD85-917C-2429-5F39D76028E1}"/>
              </a:ext>
            </a:extLst>
          </p:cNvPr>
          <p:cNvSpPr>
            <a:spLocks noGrp="1"/>
          </p:cNvSpPr>
          <p:nvPr>
            <p:ph type="title"/>
          </p:nvPr>
        </p:nvSpPr>
        <p:spPr/>
        <p:txBody>
          <a:bodyPr/>
          <a:lstStyle/>
          <a:p>
            <a:r>
              <a:rPr lang="de-CH" dirty="0" err="1"/>
              <a:t>conclusion</a:t>
            </a:r>
            <a:endParaRPr lang="en-BR" dirty="0"/>
          </a:p>
        </p:txBody>
      </p:sp>
      <p:sp>
        <p:nvSpPr>
          <p:cNvPr id="3" name="Content Placeholder 2">
            <a:extLst>
              <a:ext uri="{FF2B5EF4-FFF2-40B4-BE49-F238E27FC236}">
                <a16:creationId xmlns:a16="http://schemas.microsoft.com/office/drawing/2014/main" id="{8241B319-4BA4-3FB7-4A6A-6D699B33525D}"/>
              </a:ext>
            </a:extLst>
          </p:cNvPr>
          <p:cNvSpPr>
            <a:spLocks noGrp="1"/>
          </p:cNvSpPr>
          <p:nvPr>
            <p:ph idx="1"/>
          </p:nvPr>
        </p:nvSpPr>
        <p:spPr/>
        <p:txBody>
          <a:bodyPr>
            <a:normAutofit/>
          </a:bodyPr>
          <a:lstStyle/>
          <a:p>
            <a:r>
              <a:rPr lang="en-BR" sz="2000" dirty="0"/>
              <a:t>This was my first experience working with Neo4j and knowledge graphs. At first, understanding nodes, relationships, IDs, and Cypher queries was challenging, but building the graph step by step helped me understand how connected data works.</a:t>
            </a:r>
          </a:p>
          <a:p>
            <a:r>
              <a:rPr lang="en-BR" sz="2000" dirty="0"/>
              <a:t>The final graph made the structure of the study programmes much easier to see. The analysis showed that </a:t>
            </a:r>
            <a:r>
              <a:rPr lang="en-BR" sz="2000" b="1" dirty="0"/>
              <a:t>Digital Humanities has more courses (50) than Business Informatics (29)</a:t>
            </a:r>
            <a:r>
              <a:rPr lang="en-BR" sz="2000" dirty="0"/>
              <a:t>, while </a:t>
            </a:r>
            <a:r>
              <a:rPr lang="en-BR" sz="2000" b="1" dirty="0"/>
              <a:t>Business Informatics has a higher average number of credits per course (6.31 compared with 4.56)</a:t>
            </a:r>
            <a:r>
              <a:rPr lang="en-BR" sz="2000" dirty="0"/>
              <a:t>. The graph also helped identify courses with many topics and learning outcomes.</a:t>
            </a:r>
          </a:p>
          <a:p>
            <a:r>
              <a:rPr lang="en-BR" sz="2000" dirty="0"/>
              <a:t>Overall, this project showed me how a knowledge graph can turn separate datasets into connected information and make comparisons between programmes and courses easier to understand.</a:t>
            </a:r>
          </a:p>
        </p:txBody>
      </p:sp>
    </p:spTree>
    <p:extLst>
      <p:ext uri="{BB962C8B-B14F-4D97-AF65-F5344CB8AC3E}">
        <p14:creationId xmlns:p14="http://schemas.microsoft.com/office/powerpoint/2010/main" val="1006004470"/>
      </p:ext>
    </p:extLst>
  </p:cSld>
  <p:clrMapOvr>
    <a:masterClrMapping/>
  </p:clrMapOvr>
</p:sld>
</file>

<file path=ppt/theme/theme1.xml><?xml version="1.0" encoding="utf-8"?>
<a:theme xmlns:a="http://schemas.openxmlformats.org/drawingml/2006/main" name="Modulo">
  <a:themeElements>
    <a:clrScheme name="Project Status Report">
      <a:dk1>
        <a:srgbClr val="000000"/>
      </a:dk1>
      <a:lt1>
        <a:srgbClr val="FFFFFF"/>
      </a:lt1>
      <a:dk2>
        <a:srgbClr val="3B4546"/>
      </a:dk2>
      <a:lt2>
        <a:srgbClr val="E7E6E6"/>
      </a:lt2>
      <a:accent1>
        <a:srgbClr val="B36041"/>
      </a:accent1>
      <a:accent2>
        <a:srgbClr val="6F8185"/>
      </a:accent2>
      <a:accent3>
        <a:srgbClr val="C78F8F"/>
      </a:accent3>
      <a:accent4>
        <a:srgbClr val="647961"/>
      </a:accent4>
      <a:accent5>
        <a:srgbClr val="B09C54"/>
      </a:accent5>
      <a:accent6>
        <a:srgbClr val="9AA749"/>
      </a:accent6>
      <a:hlink>
        <a:srgbClr val="75A073"/>
      </a:hlink>
      <a:folHlink>
        <a:srgbClr val="BD9C5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ulo" id="{37AC43F2-9181-4AE3-B669-CCC580C183C1}" vid="{7A2AE0A7-E8DE-4D1D-AEB1-3FD192448292}"/>
    </a:ext>
  </a:extLst>
</a:theme>
</file>

<file path=docProps/app.xml><?xml version="1.0" encoding="utf-8"?>
<Properties xmlns="http://schemas.openxmlformats.org/officeDocument/2006/extended-properties" xmlns:vt="http://schemas.openxmlformats.org/officeDocument/2006/docPropsVTypes">
  <Template>Modulo</Template>
  <TotalTime>141</TotalTime>
  <Words>826</Words>
  <Application>Microsoft Macintosh PowerPoint</Application>
  <PresentationFormat>Widescreen</PresentationFormat>
  <Paragraphs>109</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 Display</vt:lpstr>
      <vt:lpstr>Aptos Mono</vt:lpstr>
      <vt:lpstr>Arial</vt:lpstr>
      <vt:lpstr>Modulo</vt:lpstr>
      <vt:lpstr>KMS Dataset Knowledge Graph </vt:lpstr>
      <vt:lpstr>Introduction</vt:lpstr>
      <vt:lpstr>objectives</vt:lpstr>
      <vt:lpstr>Dataset and maping idea</vt:lpstr>
      <vt:lpstr>Graph schema</vt:lpstr>
      <vt:lpstr>Import into auradb</vt:lpstr>
      <vt:lpstr>Quick validation check</vt:lpstr>
      <vt:lpstr>Query 1 – course per programme</vt:lpstr>
      <vt:lpstr>Query 2 – courses with the most topics </vt:lpstr>
      <vt:lpstr>Query 3 – courses with the most learning outcomes</vt:lpstr>
      <vt:lpstr>Query 4 – course load and average credits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NILZELLY CAROLINE MARTINS DA SILVA</dc:creator>
  <cp:lastModifiedBy>NILZELLY CAROLINE MARTINS DA SILVA</cp:lastModifiedBy>
  <cp:revision>1</cp:revision>
  <dcterms:created xsi:type="dcterms:W3CDTF">2026-10-07T15:41:33Z</dcterms:created>
  <dcterms:modified xsi:type="dcterms:W3CDTF">2026-10-07T18:03:14Z</dcterms:modified>
</cp:coreProperties>
</file>